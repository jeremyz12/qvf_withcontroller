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周报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改了什么 · 为什么改 · 现在怎么样 · 问题在哪 · 正在做什么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 第 2 周 · tag: freeze-20260812(github.com/jeremyz12/qvf_withcontroller)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对上周四版本的五个改动(做了什么)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改动动机分别对应上周四条反馈与一次自查,细节口头讲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44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修正评测协议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426464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记忆呈现从 JSON 数据块改为『带日期的对话誊录』,指令改日常助手口吻,删掉『没有信息就说没有』的弃答条款;全部自建考场数字按新协议重测重定标;另做了提问口吻实验:同一模型同 50 题,考试式提问 100% 对,换日常聊天口吻只有 72%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问题形式化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450592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把要解决的问题正式定义为『时序状态选择』:同一属性随时间有多个值,按问题的时间语义选对状态 —— 四个子问题:问现在 / 问过去某天 / 问变化全程 / 纠正题目里的过时前提;并给五个公开基准逐题分类,量出每个考场里这类问题占多少(LoCoMo 对抗集 0%,LME 时间推理 45%)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419856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930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WikiState 真实基准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Wikidata 刮取真实人物的任职/雇主/球队/居住四类状态链,标准答案由时间限定符用代码直接导出(零人工标注);模型裸答能答对的条目全部丢弃(防背题);渲染成第一人称会话并逐字校验 —— 共 311 条目 1244 问;又把 13 种主流方法放上同一张考卷做难度标定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443984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51713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档案卡架构(写入时建档)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4498848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记忆入库时就抽成结构化档案卡(值/日期/原文逐字锚点/替换关系),提问时只做一次小的问题解析,选链和按日期取值全部由纯代码完成 —— 深链域每题 1.7k token;轨迹类问题从 0-29% 修到 69-100%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5468112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54126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整合为一个系统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5522976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门(与时序无关的问题直接放行)+ 两条抽取路径(库里该属性历史厚就查档案卡,薄就现场抽取)+ 路由规则按题分派;在 15 个考场 5511 题上以整体系统口径完成全量测量;路由规则三次迭代全部事前声明、冻结后不回改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改动① · 修正评测方式:为什么数字和上周不同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回答『是不是作弊』:三道自证检查全过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02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旧呈现方式(沿用原基准习惯)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记忆=JSON 数据块 + 指令带弃答条款 → 模型变成『数据查询员』,动辄拒答。链版基线被压低 24.6pp、STALE 被压低 11.3pp(均 p&lt;0.01)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40690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修正协议 v2(现行)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记忆=带日期对话誊录 + 日常助手口吻 + 无弃答条款。全部自建数字重定标,旧差值作废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4754880"/>
          </a:xfrm>
          <a:prstGeom prst="roundRect">
            <a:avLst>
              <a:gd name="adj" fmla="val 173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1627632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三道反作弊检查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同一修正应用于所有方法 —— 直读也涨 13-25 个点,不偏袒;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QVF 增量在新协议下依然显著(深链域);缩水的部分如实承认(STALE 浅链增益归于不显著);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外部公开基准照社区原有方式跑,数字一个没动。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附带发现(写进论文):提问口吻税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同一模型、同 50 道陷阱题:考试式提问全对,日常口吻掉到 72%。怎么问,决定测到的是模型还是提问方式。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改动②③ · 先定义问题,再建真实考场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『解决什么问题』和『数据够不够真实』两条反馈的正面回答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5448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时序状态选择(问题定义)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同一属性随时间累积多值,读取时按查询时间语义选取:S1 问现在 / S2 问那天 / S3 问轨迹 / S4 过时前提陷阱。排除:错误信息、条件共存等。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五基准逐题实测问题含量:LoCoMo 对抗 0% · LME-TR 45% · 自建 100%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5394960" cy="2423160"/>
          </a:xfrm>
          <a:prstGeom prst="roundRect">
            <a:avLst>
              <a:gd name="adj" fmla="val 339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41148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 家族(论文主基准)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 真实状态链四域(任职/雇主/队籍/居住)311 条目 1244 问;金答案由时间限定符机械导出、零人工标注;低知名度+参数泄漏过滤(裸答对即弃);dev/test 隔离;措辞对齐规程。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532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难度面板(13 法同场)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模型不看记忆直接答(构建时已过滤掉能答对的题)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三个现成记忆系统:Graphiti / Mem0 / 关键词检索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 / 20.0 / 21.5%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四档模型直读(gpt-mini→haiku→sonnet→opus)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38→49→55→57%(轨迹题全 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 / 滚动摘要成用户画像 / 把裁决规则写成提示词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51.2 / 54.4 / 57.9%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整库全部塞给模型(15k/题)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66.7%(陷阱题反而掉到 49%)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QVF(1.7-4k/题)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99632" y="5120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陷阱题=题目预设过时状态(『既然我住西雅图…』):整库塞给模型后它看到旧信息更多,反而更容易顺着错误前提说 —— 看得越多,信错越多;这正是需要裁决层的原因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改动④⑤ · 档案卡架构 + 整合成一个系统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『token 太贵』与『要整体』两条要求的架构级回应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新会话入库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76072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后台建档案卡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(一次,摊销)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8648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问题进来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971800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聚焦:哪件事?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问现在/那天/轨迹?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01768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94376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E9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5385816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67528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无关→直通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深链→查卡片库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浅链→现场抽取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97496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90104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15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7781544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代码裁决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63256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删旧/区间算术/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拼链/纠前提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93224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85832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7272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读者作答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158984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正常回答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为什么必须两条路 + 路由(实测,不是设计偏好)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只走『档案卡』一条路:状态历史薄的领域和闲聊领域反而显著更差(−11~−18 分);
只走『现场抽取』一条路:状态历史厚的领域白丢 13-16 分、每题贵 10 倍;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两只手各管一半地形,谁也砍不得;门保证无关题零打扰。
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存储代价实测:卡片库=原文 11%(83KB vs 759KB/条),是任何 RAG 向量索引的 ~2%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29184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0528" y="34747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档案卡为什么能修好『问变化全程』这类题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直读答轨迹要靠检索把整条链捞全 —— 实测全链覆盖率只有 55%,所以四档读者轨迹全零;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卡片库按构造全链在场:每个状态入库时已有带日期的卡,拼链是查表不是碰运气 → 轨迹 0-29% 修到 69-100%,时点由代码区间算术接管(P54 双满分)。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现状结果(系统整体口径)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同域多卷已合并为单一数字;haiku 读者 · 修正协议 · opus 判官(gpt 复判一致 96%+);QVF token 含建档摊销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"/>
                <a:gridCol w="1737360"/>
                <a:gridCol w="2743200"/>
                <a:gridCol w="26791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acc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acc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tok/题(直读→QVF)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雇主链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1.0k → 15.2k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队籍链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0.9k → 18.5k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居住链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81.8%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0.8k → 11.5k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任职链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74.7%(分派错误拖累)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1.0k → 25.1k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STALE-Chain(合成深链)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0.7k → 19.1k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确认集(新种子复现)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79.8%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0.7k → 21.1k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全量(浅链)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41.8%(平)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4.6k → 33.4k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时间推理(混合)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40.6%(分派错误)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10.6k → 42.2k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知识更新(浅链)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78.2%(平)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6.4k → 35.8k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LoCoMo 全集(大多与时序无关)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67.5%(分派错误)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0.6k → 11.3k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650992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65099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</a:t>
            </a:r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目标域(深链,1664 题)直读 60.9 → QVF 84.0(+23.1pp);域外零伤害但成本浪费(见问题页)。竞品对照:Mem0 论文自家 temporal 55.5 为其最弱类,其在我们真实域 20-30;最近一篇竞品论文(COLM 2026)的『永远取最新』策略搬到我们考场只有 32.0%(问变化全程 0/57)—— 『按问题选状态』的价值被干净隔离为 +54.5 分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原版公开考场(『新考场很好,原考场也不错』)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全量实测,无一显著净负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965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原版基准(全量)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LoCoMo 全集 1986 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当前系统 67.5%;修好分派错误后 72.2%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72.2 为已验证的正确分派成绩(147胜91负 p&lt;0.001 显著净胜,时间类问题 +5.3);67.5 是冻结版分派错误拖累,根因已定位(问题①)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 → 59.4%(此格读者换为 gpt-5-mini,公开对照口径)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p=0.0057 显著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/ HoH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+6.5 / +3.0pp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p=0.0022 / 6胜0负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社区协议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 → 32.7%(gpt-5-mini 读者: 24.7→38.8)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p=7e-6 / 6e-30 显著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修正协议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41.0 → 42.3%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平(p=0.31)—— 浅链上如实报:提示才是最优(62.7%)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1206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230368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双向互跑(与最近一篇竞品论文,COLM 2026):</a:t>
            </a:r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在它的考场(公开基准 262K 档)上,我们最朴素的检索直读拿 81%,追平其完整方法 82%(同模型对照 70%,它的组装确有贡献,如实认账);它的『永远取最新』策略到我们考场只有 32%(问变化全程 0/57)。token 对比:它的考场事实都是一行短句,两边都便宜(我们实测 0.4-2k/题;对方论文未报告,按结构估算同量级)—— token 之战的真正战场在长对话域,那里我们 1.7-4k/题 对 整库塞入 15k/题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同预算对决:便宜模型+系统 vs 昂贵模型直读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判定系统价值的最基本判据 —— 同一批考卷按美元结算;含今晚两场新实测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2651760"/>
                <a:gridCol w="2862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haiku+QVF(整合口径)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同预算判决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雇主链(真实)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71.1%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成立:+20.6 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队籍链(真实)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成立:+4.1 分(小胜)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任职链(真实)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74.7%(分派错误拖累;修好分派后 86.5)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54.8%(opus-5 也只 57.0)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成立:+19.9(修复后 +31.7;同题 69胜5负 p=1.8e-15)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合成深链 212(今晚实测)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72.2%($0.0070/题)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成立:+6.1 —— 它输分处恰是记账维度(陷阱 47%/轨迹 55%)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228(今晚实测)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79.8%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73.7%($0.0067/题)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成立:+6.1 —— 输分维度与深链卷同构(陷阱 47%/轨迹 61%)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时间推理(公开卷,今晚实测)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76.7%($0.0135/题)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不成立:能力型考场(见下页)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STALE-400(浅链)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41.8%(平但多收费)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前沿多遍阅读 94-100(贵 5-40×)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不成立:能力型考场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4924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413248"/>
            <a:ext cx="10698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美元三笔账:</a:t>
            </a:r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① 架构账(已实测):档案卡路径 1.7-1.8k/题 ≈ $0.003,对 sonnet 直读 $0.008 / opus $0.0135 —— 四分之一价钱高 20-30 分,主张成立;② 当前冻结版账(诚实项):分派错误+抽取路径肥大把实际拉到 15-25k(≈$0.015-0.025)—— 准确度已赢、美元账等 v4 还完工程债(收敛至 2.5-4k);③ 边界账:能力型考场不成立也不追。成立与失效都按预测落位 —— 这比处处成立更可信。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为什么深的行、浅的不行:两种难度,对不同的药起反应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增益跟难度类型走,不跟考场名字走(『时间推理』考的其实是时间算术)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749040" cy="3200400"/>
          </a:xfrm>
          <a:prstGeom prst="roundRect">
            <a:avLst>
              <a:gd name="adj" fmla="val 257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544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两种难度的定义
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记账型(深时序):同一件事 ≥3 个历史值散在长对话各处 —— 难在找齐、排序、按题选取。机械、量大、要求零遗漏。
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理解·运算型(浅时序/时间算术):状态只有一两个,或要算时长、跨会话数数 —— 难在从嘈杂闲聊里读懂、算对。
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类比:计算器让 17 位乘法瞬间完成,却帮不了认手写字。我们造的是记忆领域的计算器。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71600"/>
          <a:ext cx="71597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23744"/>
                <a:gridCol w="2532888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每格都是实测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换更贵的模型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QVF 架构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记账型难度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(WikiState/合成深链)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没用:四档直读 38→57,轨迹题全部 0 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有用:+23 分,轨迹 0→70-100%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理解·运算型难度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(STALE / LME 时间推理)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有用:LME-TR 47.4→76.7(sonnet,今晚);STALE 前沿 94-100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没用:+0.8 / −6.8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26280" y="3977640"/>
            <a:ext cx="7159752" cy="594360"/>
          </a:xfrm>
          <a:prstGeom prst="roundRect">
            <a:avLst>
              <a:gd name="adj" fmla="val 13846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397764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完美对称:深的难度花钱买不动、换结构就塌;浅的难度换结构不动、花钱就塌 —— 我们卖的不是『更强』,是能力买不到的那一维。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754880"/>
            <a:ext cx="11183112" cy="1691640"/>
          </a:xfrm>
          <a:prstGeom prst="roundRect">
            <a:avLst>
              <a:gd name="adj" fmla="val 486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864608"/>
            <a:ext cx="10698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顺带回答『是不是自建考场自证需求』:</a:t>
            </a:r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① 剂量-反应:五个公开基准逐题分类,增益随问题含量单调上升(含量 0 的 LoCoMo 对抗集增益 0;LoCoMo 时间类 +5.3;深链卷 +23)—— 编造的需求画不出别人家考卷上的系统性曲线;② 需求由社区背书:Mem0 论文自认时间类最弱、LongMemEval 原生设知识更新题类、半年内三篇独立同题论文;③ 防量身定做:金答案由代码从 Wikidata 时间标记机械导出(零出题裁量权)、裸答对即删、13 法同卷标定(前沿 94-100,可解的公平卷)、且这张卷同样惩罚我们(轨迹全错与分派错误都是它曝的)。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现在存在的问题(全部已定位根因)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三个问题,两个同根 —— 诚实呈现,修复面明确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三处分派错误,同一根因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490472"/>
            <a:ext cx="7680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任职领域:『委员会委员』这张卡对不上『职位』这个问法;LoCoMo:两个说话人的信息被混在一起数;对方基准:几百个人物的事实被当成一个人的 —— 三处同一根因:卡片上缺『属于谁+哪类属性』的规范标签。是规则冻结后新加的考场暴露的(这正是这种检验的职责)
</a:t>
            </a:r>
            <a:pPr indent="0" marL="0">
              <a:buNone/>
            </a:pP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代价:任职领域丢 12 分、LoCoMo 拖累 1.9 分;修复=下一版给卡片加规范标签,一刀修四处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044952"/>
            <a:ext cx="1118311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136392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现场抽取路径太贵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3118104"/>
            <a:ext cx="7680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规则说明书+10 条记忆全文要喂两遍(抽取一遍、回答一遍),还会追加多轮补搜 → 实测 19-43k/题;65% 的评测题走了这条路 → 系统均值被拉到 15.1k/题
</a:t>
            </a:r>
            <a:pPr indent="0" marL="0">
              <a:buNone/>
            </a:pP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修复=工程三刀(今晚已动第一刀,见下页)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672584"/>
            <a:ext cx="1118311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764024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问题③ 浅链域无增益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4745736"/>
            <a:ext cx="7680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全量 +0.8pp(平)、LME-KU 持平 —— 二态更新上提示才是性价比王(62.7%@5k)。这是判别域定律,不是缺陷,但系统该更早放行
</a:t>
            </a:r>
            <a:pPr indent="0" marL="0">
              <a:buNone/>
            </a:pP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修复=门加宽+第四路(浅时序→提示臂)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正在做:降低 token 消耗(不动冻结裁决逻辑)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纪律:每一刀同题配对 A/B,准确度掉幅 &gt;1pp 即弃刀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4297680"/>
                <a:gridCol w="26791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工程三刀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(本周)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抽取输入开窗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读者精简投喂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补全扫描预算化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开关已实现(默认关=冻结不变):抽取器/读者只看状态句窗口而非全文;多轮扫描设上限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现场抽取路径 19-43k → 8-15k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v4 架构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(下周)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卡片加『属于谁+哪类属性』标签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门加宽+第四路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分派错误的题改回档案卡路径(1.7k);状态历史薄的题改发提示词方案(5k)或普通直读(1k)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域内系统 → 2.5-4k(3-4× 直读)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计费层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缓存+Batch API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缓存已全线开启(账面 token 的美元实价约 3-5 折);离线评测再打五折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 再降 50%+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434840"/>
            <a:ext cx="11183112" cy="1920240"/>
          </a:xfrm>
          <a:prstGeom prst="roundRect">
            <a:avLst>
              <a:gd name="adj" fmla="val 4286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590288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今晚工程刀 A/B(stale-150 同题配对):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两刀已试两刀已弃(纪律生效):截断800→52.0掉到48.0(-4.0pp)弃;放宽1200→50.7(-1.3pp,省仅11%)仍弃。结论:『头部截断』整族不对症——状态句深埋长轮中。明日换对症刀:围绕检索命中点开窗 + 补全扫描预算化。负结果如实入档,这就是每个数字可信的原因。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终态账(三层做完):深链主场 86-92% @ 2.5-4k/题 ≈ $0.003;在 84% 准确率档位,QVF 保持现存最低成本方案(全文 15k 只到 66-76;前沿 agentic $0.05-0.12)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未完成的修改与下一步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463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工程刀:头部截断整族已按纪律双弃;对症二刀(命中点开窗+扫描预算化)本周内出分 · 换考场同预算复验(确认集 sonnet 直读今晚出)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331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下一版:给卡片加『属于谁+哪类属性』规范标签 —— 一刀修四处分派错误,系统总分 77.9→预计逼近 83(理论上限)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门加宽+第四路(浅时序改走提示词方案);现场抽取路径的规则说明书瘦身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2730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69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4069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GitConfig-QA(状态与文本都真实的最后一块)· README 表格→命令映射 · 论文动笔(素材已齐,近邻窗口收紧,建议提速)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3949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把尺子校准了(协议 v2)、把问题定义了(S1-S4)、把考场搬进真实世界了(WikiState 311)、把系统合成一个整体了(路由,15 考场全量);目标域 +23pp,边界与成本问题全部定位到根因,正在按三层方案收敛成本。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2026-08-12T13:53:16Z</dcterms:created>
  <dcterms:modified xsi:type="dcterms:W3CDTF">2026-08-12T13:53:16Z</dcterms:modified>
</cp:coreProperties>
</file>