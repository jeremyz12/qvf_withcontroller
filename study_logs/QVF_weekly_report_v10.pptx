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14 页)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15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+25.5pp——赢的是政策,不是形式;② 长上下文放大时效失败(陷阱 11→6、点时刻 15→9);③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唯一的回环:历史路发现链不全时,③裁决会回调 ①检索/②抽取 补证据(三种补全扫描,下页第 3 步展开)—— 主检索协议不变,只是按需追加查询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问,八种配置的阶梯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为什么用自建 STALE-Chain 做主线:点时刻/轨迹两维只存在于多态链上,原版考不出 —— 公开基准的同方向证据见下页 20 格表首两行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14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数据可信度四道防线:公开 STALE 的 CC BY 衍生(干扰会话复用原版)· 确定性验证器把关 · 跨家族判官 97.9% 一致 · 全新种子确认集 228 问逐位复现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953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已补测:见九格矩阵(第 14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14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2026-08-06T01:34:34Z</dcterms:created>
  <dcterms:modified xsi:type="dcterms:W3CDTF">2026-08-06T01:34:34Z</dcterms:modified>
</cp:coreProperties>
</file>