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为什么难:三种失败机制,砸算力买不动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前提陷阱维(STALE 等成本套件 55 题/模型):haiku 3/55 · sonnet-5 5/55 · gpt-5 5/55 —— 任何档位直读都塌方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提示词实验:</a:t>
            </a: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(STALE-Chain 212 问)一句话提醒 +3.8pp;完整有效性标注不删除 → 崩到 14.6%;把本工作解剖出的政策写成提示 → +25.5pp(但跨分布不稳,第 15 页)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赢的是「裁决政策」——先纠前提/按日期取态/给全链;政策的稳定交付要靠代码(区间算术九格全胜、跨分布零漂移、可审计)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为什么该走「读取时 · 分型 · 代码裁决」:文献依据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study_logs);左两列是设计依据,右列本场第三幕实测检验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778" dist="508" dir="5400000" algn="bl" rotWithShape="0">
              <a:srgbClr val="6A7089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观点依据(发现支撑设计)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证明「记忆过时」是真实失效源;T1/T2+干扰会话 → 我们的考场底座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冲突必须先分型再施策 → 四物种设计、变更语言检查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时序冲突 ≠ 错误信息 → 不可变槽位表,拒绝一律「取最新」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连贯的错误信息会赢得模型信任 → 「永不让阅读器自己裁决」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全局警示会过度泛化 → 预言了注记式提示 14.6% 崩盘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本场实测检验(第三幕)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实测:时间线腐蚀(第 16 页)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实测:阶梯 + 九格矩阵(第 11/15 页)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实测:边界地图(第 18 页)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已补测:九格矩阵(第 15 页)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这项工作新在哪:四个贡献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/ 基准 / 方法 / 发现 —— 每一项都有配对实验背书,而非声明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83080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的属性(「查询条件化」)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同一条旧记忆:问「现在」它是待删噪声;问「那天 / 怎么变的」它是金答案。推论:裁决只能放在唯一看得见问题的位置 —— 读取时。写入时整理(Mem0 类)结构性丢历史,第 16 页实测印证。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510528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8A6D1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10528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62088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STALE-Chain:第一个「旧状态有时就是答案」的对话记忆基准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28816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STALE 里旧记忆永远是错误答案 ——「一律删旧」策略即可满分,写入时删除的缺陷根本考不出来。扩成 3-5 态演化链 + 点时刻/轨迹两维后,删旧策略在半数题型上必死。60 生成 53 过确定性验证。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31520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53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83080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零训练、全可审计的确定性裁决层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只做语义感知(档案卡),~150 行普通 Python 做全部决策:每个删除决定可追溯、可单元测试,判分重跑 50 题 0 翻转。对照:把裁决交回模型(注记式)崩到 14.6%。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81928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510528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F7A3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10528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62088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三个反直觉的实验事实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28816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注记不删除 14.6% ≪ 物理删除 59.2%,但好政策提示 +25.5pp——</a:t>
            </a:r>
            <a:r>
              <a:rPr lang="en-US" sz="1100" dirty="0" err="1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赢的是政策,不是形式</a:t>
            </a: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长上下文放大时效失败(陷阱 11→6、点时刻 15→9);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政策的两种交付各有物理性格:提示版天花板随读者升(gpt 点时刻 96%)但随分布/读者漂移;代码版是不随读者、不随分布的稳定地板(区间算术 72-81% 恒定)。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按问题分路:问现在→删过时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问那天→算区间 · 问历史→拼链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(历史两路永不删除)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blurRad="1270" dist="381" dir="5400000" algn="bl" rotWithShape="0">
              <a:srgbClr val="6A7089">
                <a:alpha val="3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127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 唯一的回环:历史路发现链不全时,③裁决会回调 ①检索/②抽取 补证据(三种补全扫描,下页第 3 步展开)—— 主检索协议不变,只是按需追加查询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</a:t>
            </a:r>
            <a:r>
              <a:rPr lang="en-US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历史路</a:t>
            </a: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 </a:t>
            </a:r>
            <a:r>
              <a:rPr lang="en-US" altLang="zh-CN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</a:t>
            </a:r>
            <a:r>
              <a:rPr lang="zh-CN" alt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 </a:t>
            </a:r>
            <a:r>
              <a:rPr lang="en-US" altLang="zh-CN" sz="30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topk</a:t>
            </a:r>
            <a:r>
              <a:rPr lang="zh-CN" alt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评测设置:七个数据集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396849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态演化链,四个探测维(当前/陷阱/点时刻/轨迹);60 生成 53 过确定性验证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深度裁决能力主战场;53 条「留出集」+ 57 条全新种子「确认集」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真实维基人物时序状态问答;自带干净/原文两种证据形态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真实维基编辑差分:当前版 + 过时版各带时间戳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 / 错误信息 / 条件共存三种冲突分层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3035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 STALE-Chain:</a:t>
            </a: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原版 STALE 每题只有 A/B 两个候选状态(二选一,测不了日期区间与链式推理)。扩展后:多态链 + 点时刻/轨迹两个新维度;生成用 opus、判分 opus 但经跨家族判官复核(97.9% 一致)。结果呈现顺序:先公开考场,再自建考场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· 先考公开考场:20 格总表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freeze-20260805 单 commit;栈 = 阅读器与抽取器同族(haiku-4.5 栈 / gpt-5-mini 栈),判官统一 claude-opus;配对符号检验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343814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gpt-5-mini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gpt-5-mini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 自建(212)· haiku-4.5 / gpt-5-mini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39.6→59.2% / 43.4→52.8%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多胜 42 题 / 多胜 20 题(下页展开)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gpt-5-mini:直读已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格:统计中性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无任何显著伤害;「哪里平」与「哪里赢」一样是发现(适用边界)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统计敏感性:20 格按条目聚类(STALE 3 问/条、Chain 4 问/条)重算符号检验 —— 显著性无一翻转(2026-08-07)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· 再进深度考场:自建 STALE-Chain 九配置阶梯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为什么需要自建:点时刻/轨迹两维只存在于多态链上,公开考场考不出 —— 上页已给公开判决(haiku = claude-haiku-4.5)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356616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配置(阅读器 + 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与上一级的差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直读(top-10)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+3.8pp(提示词的全部作用)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换更强模型 ≈ 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再升一档 +3.8pp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强模型+提示词的上限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全上下文直读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治好「没读到」,放大「信错了」:陷阱 11→6(机制第 13 页)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确定性裁决,确认集复现 +25pp(53.1→78.1)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timeline-CoT 政策提示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把本工作的政策写成提示 —— 有效但跨分布不稳(第 15 页)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 + 全上下文(组合)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新种子确认集 79.4% —— 逐位复现,阻塞关闭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83112" cy="1298448"/>
          </a:xfrm>
          <a:prstGeom prst="roundRect">
            <a:avLst>
              <a:gd name="adj" fmla="val 633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193792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配对判决(同题逐一对比):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直读:多胜 26 题(p=2×10⁻⁵) · vs sonnet+提示词:多胜 19 题(p=0.0013) · vs 政策提示:原批 25胜37负 / 新种子确认集 34胜12负(p=0.00082)—— 提示随分布漂移,规则不动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读法:模型升档每级约 +4pp,弱提示 +3pp;「裁决政策」值 +20~25pp —— 算力是慢车道,政策是快车道,政策的稳定交付靠代码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数据可信度四道防线:公开 STALE 的 CC BY 衍生(干扰会话复用原版)· 确定性验证器把关 · 跨家族判官 97.9% 一致 · 全新种子确认集 228 问逐位复现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仍是主线那批 STALE-Chain 212 问 —— 上下文量与有效性裁决是两条正交轴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20116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已在全新种子确认集复现(79.4%,69胜5负 p=9×10⁻¹⁶)—— 评审阻塞已关闭;放大效应同样复现(陷阱 6/57、点时刻 8/57)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检索的结构性不对称:陷阱必到场,解药未必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金证据命中率实测(STALE-400 抽样 50 条 150 问;dense 检索,与主实验同协议)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03720" cy="237744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问法(各 50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旧态命中(=陷阱)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新态命中(=答案)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旧+新全覆盖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dim1 直接问「现在住哪」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dim2 陷阱问「既然住西雅图…」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dim3 自然问(不点名状态)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合计(150 问)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6903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40690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过时记忆是结构性必然在场的(93-100%),而答案有 18% 概率缺席。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直读的失败不是运气差 —— 裁决层是对「陷阱常驻」这一检索现实的对症处理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463040"/>
            <a:ext cx="4005072" cy="3657600"/>
          </a:xfrm>
          <a:prstGeom prst="roundRect">
            <a:avLst>
              <a:gd name="adj" fmla="val 2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90956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三个推论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0116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陷阱题证据覆盖最好(92%)却错得最多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死因是前提采纳(错误中占 88%),不是证据不足 —— 光修检索救不了它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全覆盖只有 77% → 检索是独立的第二瓶颈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与正交分解一致:补检索 +14pp,补裁决 +25pp,两轴互不替代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Chain 上整条链全进 top-10 仅 63%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轨迹维所需全链覆盖仅 55% —— 这就是三种链补全扫描存在的理由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旧态命中 = 检索把过时状态送进上下文的比率;oracle 注入实测:检索缺口对直读值 +14.7pp(34.0→48.7%),但陷阱维证据全齐仍只有 8% —— 完整九格矩阵见下页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× 检索质量:九格矩阵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原批 212 问,行=检索质量,列=政策交付方式;oracle=金证据强制注入 top-10(2026-08-07)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2011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\ 政策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直读(无政策)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timeline-CoT 提示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确定性裁决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dense top-10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53.3%(陷阱/点时刻塌方)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oracle(gold 100%)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60.8%(点时刻 8/53!)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49040"/>
            <a:ext cx="553212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3913632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四条读法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有政策 ≫ 无政策:每一行,带政策都碾压直读(政策 = 纠前提/按日取态/给全链,来自本工作错误解剖)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提示强在证据不齐时的均值;裁决强在证据利用率斜率(dense→oracle:直读 +21、QVF +28,全场最陡)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haiku 上点时刻九格全由代码称王(43/53 vs 32/53);gpt 读者被提示救到 51/53 —— 提示交付依赖读者能力,代码交付不依赖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87.3% = 该基准已知最优配置;检索越进步,裁决层增益越大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374904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492240" y="3913632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如实报:提示与裁决的两批对决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原批(212 问):提示领先 —— top-10 下 37胜25负(p=0.081)、全文下 28胜15负(p=0.033)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新种子确认集(228 问):QVF 反超 —— top-10 下 34胜12负(p=0.00082 显著)、全文下持平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 440 问:均值打平;但提示的相对位置随分布翻转(±10pp 级),QVF 的配对增量两批几乎复刻 —— 稳定性本身就是确定性裁决的论据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gpt-5-mini 读者(原批):提示 72.6% ≫ QVF 52.8%(57胜15负)—— 提示天花板随读者升;QVF 是不随读者/分布的地板(下周:gpt×确认集)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问,四维各 20);同阅读器同判官,唯一变量 = 记忆层哲学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2743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压力测试:挑出谁都答错的 84 题,强模型能救吗?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从主线 212 问中筛出 haiku 直读与 haiku+QVF 都答错的 84 题(双失败残差),让更强配置重答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32004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配置(同一批 84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 / haiku+QVF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0%(筛选定义:这批就是它们都错的题)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/ gpt-5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8.3% / 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694944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029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判决:「换强模型自己就解决」不成立。</a:t>
            </a:r>
            <a:endParaRPr lang="en-US" sz="14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六种更强配置全部落在 5-11%(差异均不显著)—— 这批题对任何路线都是墙(证据不可达 / 生成噪声 / 判分严格),不是「模型不够强」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26680" y="4892040"/>
            <a:ext cx="395935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955280" y="50292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反面含义:</a:t>
            </a:r>
            <a:endParaRPr lang="en-US" sz="13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的 59.2% 已把「可救的题」基本救完 —— 剩下的残差谁都过不去,说明增益不是还有大量唾手可得的空间没捡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 提示词臂为有效性注记式提示(部分题回退为直读,详见报告文档);gpt-5+提示词臂实际接近纯直读。本页 gpt-5 为满血版(全场唯一,救残差用);+QVF 臂抽取器保持 haiku-4.5,只换阅读器(可加性实验设计)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只能持平或微损(gpt-5-mini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</a:t>
            </a: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revisions;三项阻塞全部关闭)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写入时基线(Mem0);冻结版全量重跑;条目聚类重算(无一翻转)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新种子确认集(57 条 228 问):QVF 增量逐位复现,78.3→79.4%,阻塞全关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 + oracle 九格矩阵 —— 主张按新证据改写(第 15 页)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栈政策提示对照收尾;单侧标注与 Holm 校正;提示稳定性消融(改写措辞×3)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按「政策为核,代码为稳定交付」重构写作,论文动笔(素材已齐)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我们解剖出了记忆过时的「裁决政策」并给出两种交付:提示版能涨 25 个点但随分布漂移,代码版跨分布稳定、独占区间算术、在 oracle 检索下达到 87.3% 已知最优 —— 全部数字新种子复现、单 commit 可查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1758</TotalTime>
  <Words>2665</Words>
  <Application>Microsoft Office PowerPoint</Application>
  <PresentationFormat>Widescreen</PresentationFormat>
  <Paragraphs>454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Zenglin Zhong</cp:lastModifiedBy>
  <cp:revision>3</cp:revision>
  <dcterms:created xsi:type="dcterms:W3CDTF">2026-08-06T02:46:25Z</dcterms:created>
  <dcterms:modified xsi:type="dcterms:W3CDTF">2026-08-07T08:08:01Z</dcterms:modified>
</cp:coreProperties>
</file>