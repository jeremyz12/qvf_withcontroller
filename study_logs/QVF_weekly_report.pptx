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A5AC8"/>
                </a:solidFill>
                <a:latin typeface="Microsoft YaHei"/>
              </a:rPr>
              <a:t>QVF:查询条件化有效性过滤器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Microsoft YaHei"/>
              </a:rPr>
              <a:t>记忆过时问题的读取时裁决层 —— 本周完善版汇报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周报 · 2026-08 第1周</a:t>
            </a:r>
          </a:p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全部结果可由单 commit 复现(tag: freeze-20260805)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问题:长期记忆会过时,而系统不知道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真实数据样例(STALE 基准条目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记忆库:50 个会话。第 13 个(2021-06):"我住西雅图";第 33 个(2023-06):"搬到奥斯汀了";其余 48 个是无关闲聊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• 问"我现在住哪?" → 需要识别更替,答奥斯汀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• 问"既然我住西雅图,推荐社区资源?" → 题目预设过时状态,需要反驳(陷阱)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• 问"我住过哪些城市 / 4月时住哪?" → 旧状态是答案的一部分,不能删!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2300" b="1">
                <a:solidFill>
                  <a:srgbClr val="1A1A2E"/>
                </a:solidFill>
                <a:latin typeface="Microsoft YaHei"/>
              </a:rPr>
              <a:t>核心矛盾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同一条旧记忆,对不同问题的身份完全不同:对"现在"是噪声,对"历史"是证据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YaHei"/>
              </a:rPr>
              <a:t>→ 有效性不是记忆自身的属性,是【记忆 × 问题】共同决定的 —— 这就是"查询条件化"的含义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为什么难:换强模型和写提示词都不解决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我们对直读失败做了逐题定量解剖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217920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失败机制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占对应错误的比例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含义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区间推理拒绝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点时刻错误的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状态摆在眼前,模型拒绝做日期区间推理,答"无信息"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前提采纳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陷阱错误的 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顺着题目预设的过时值说(谄媚性)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链截断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轨迹错误的 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漏掉最早/中间状态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前提陷阱维:haiku 3/55、sonnet-5 5/55、gpt-5 5/55 —— 任何档位直读都塌方,"陷阱免疫买不来"</a:t>
            </a:r>
          </a:p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提示词三段实验:一句话提醒 +3.8pp(小益);完整有效性标注写进提示但不删除 = 崩到 14.6%(最差!)</a:t>
            </a:r>
          </a:p>
          <a:p>
            <a:pPr algn="l"/>
            <a:r>
              <a:rPr sz="1600" b="0">
                <a:solidFill>
                  <a:srgbClr val="0A7B34"/>
                </a:solidFill>
                <a:latin typeface="Microsoft YaHei"/>
              </a:rPr>
              <a:t>✓ 结论:裁决必须"物理地"发生(真删除、真计算),不能停留在"告诉模型"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QVF 是什么:五段流水线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设计原则:LLM 只做语义感知,所有决策是约 150 行可审计的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A5AC8"/>
                </a:solidFill>
                <a:latin typeface="Microsoft YaHei"/>
              </a:rPr>
              <a:t>① 检索</a:t>
            </a:r>
          </a:p>
          <a:p>
            <a:r>
              <a:rPr sz="1300">
                <a:solidFill>
                  <a:srgbClr val="1A1A2E"/>
                </a:solidFill>
                <a:latin typeface="Microsoft YaHei"/>
              </a:rPr>
              <a:t>稠密 top-10
(最优配置:全上下文)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0632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A5AC8"/>
                </a:solidFill>
                <a:latin typeface="Microsoft YaHei"/>
              </a:rPr>
              <a:t>② 抽取 (LLM)</a:t>
            </a:r>
          </a:p>
          <a:p>
            <a:r>
              <a:rPr sz="1300">
                <a:solidFill>
                  <a:srgbClr val="1A1A2E"/>
                </a:solidFill>
                <a:latin typeface="Microsoft YaHei"/>
              </a:rPr>
              <a:t>记忆 → 结构化档案卡
逐字锚点·物种标签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A5AC8"/>
                </a:solidFill>
                <a:latin typeface="Microsoft YaHei"/>
              </a:rPr>
              <a:t>③ 裁决 (代码)</a:t>
            </a:r>
          </a:p>
          <a:p>
            <a:r>
              <a:rPr sz="1300">
                <a:solidFill>
                  <a:srgbClr val="1A1A2E"/>
                </a:solidFill>
                <a:latin typeface="Microsoft YaHei"/>
              </a:rPr>
              <a:t>删过时/算区间/拼轨迹
按问题类型分路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936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A5AC8"/>
                </a:solidFill>
                <a:latin typeface="Microsoft YaHei"/>
              </a:rPr>
              <a:t>④ 投喂 (减法)</a:t>
            </a:r>
          </a:p>
          <a:p>
            <a:r>
              <a:rPr sz="1300">
                <a:solidFill>
                  <a:srgbClr val="1A1A2E"/>
                </a:solidFill>
                <a:latin typeface="Microsoft YaHei"/>
              </a:rPr>
              <a:t>只删被证实过时的
其余全保留+注记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8088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A5AC8"/>
                </a:solidFill>
                <a:latin typeface="Microsoft YaHei"/>
              </a:rPr>
              <a:t>⑤ 阅读器</a:t>
            </a:r>
          </a:p>
          <a:p>
            <a:r>
              <a:rPr sz="1300">
                <a:solidFill>
                  <a:srgbClr val="1A1A2E"/>
                </a:solidFill>
                <a:latin typeface="Microsoft YaHei"/>
              </a:rPr>
              <a:t>普通模型正常答题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档案卡示例:{实体: 用户, 槽位: 居住城市, 值: Austin, 原文锚点: "settling into my new place in Austin"(必须逐字,防幻觉), 关系: replacement → 指向西雅图那条}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失效四物种(处理方式完全不同,所以必须分类):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• 替换(搬家)→ 删旧 | 矛盾(两处说法打架、无更新语言)→ 双方并呈+佐证计数 | 终止("不健身了")→ 声明即答案 | 条件("上班咖啡/周末茶")→ 共存,永不互删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一个问题的完整生命周期(例:问历史)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"2025 年 4 月 10 日那天,我在吃什么?"(真实答案:生酮)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1. 检索:top-10 命中"地中海(6月)""纯素(11月)",但"生酮(1月)"没被捞到("started keto"不含"饮食"一词,向量认不出)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2. 抽取:档案卡两张 —— 地中海 06-02、纯素 11-20;查询范围判为"问历史"(题面含具体日期 → 代码强制走历史路,不信 LLM 分类)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3. 链组装:{地中海, 纯素}—— 但发现问的日期(04-10)早于全部已知状态 → 触发补全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4. 三种补全扫描:值线索反查 / 同会话邻座轮 / 日期窗口内让抽取器语义识别 → 找回"生酮 01-14"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5. 区间算术(纯代码):最后一个 日期 ≤ 04-10 的状态 = 生酮 ✓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6. 注记投喂:"于 2025-04-10,饮食方案为生酮(录于01-14,至06-02未变)。这就是答案,不得声称该日期无信息"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("命令式"是实验定的:软化措辞版被证伪 -6pp —— 因为失败的一半是模型"拒答",不是选错)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7. 阅读器答:"你那天在吃生酮" ✓   (若问"现在吃什么"则走完全不同的手术路:删掉生酮和地中海轮)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同一系统,问当前态时走另一条路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"我现在的饮食方案是什么?"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1-2. 检索+抽取同前;查询范围判为"问当前" → 手术路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3. 裁决分支(按优先级,全部是代码):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不可变槽位?(生日/兄弟数正则表)→ 是则永不"取最新",双方并呈+佐证计数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终止声明? → 删被终止状态,保留声明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≥2 个不同条件? → 共存,不删,注明"按问题所问的条件作答"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矛盾对(无更新语言)? → 全量投喂给专用矛盾阅读器("近因不是证据")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替换对 → 删旧轮!但先过时间检查:被删轮必须严格早于替换轮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  (维基差分实测:没有这行,新旧互指会一起被删,准确率 100%→74%)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   - 题面引用了被替换的旧值? → 追加反驳注记"题目预设的生酮已过时,现为纯素"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4. 投喂:10 轮 − 被证实过时的 2 轮 = 8 轮 + 注记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5. 阅读器答:"纯素" ✓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2150" b="1">
                <a:solidFill>
                  <a:srgbClr val="1A1A2E"/>
                </a:solidFill>
                <a:latin typeface="Microsoft YaHei"/>
              </a:rPr>
              <a:t>减法原则的数学性质</a:t>
            </a:r>
          </a:p>
          <a:p>
            <a:pPr algn="l"/>
            <a:r>
              <a:rPr sz="1550" b="0">
                <a:solidFill>
                  <a:srgbClr val="1A1A2E"/>
                </a:solidFill>
                <a:latin typeface="Microsoft YaHei"/>
              </a:rPr>
              <a:t>只删被证实过时的 → 如果旧状态本来就没被检索到,QVF 什么都不动,结果与不装完全一样 —— 结构上不可能伤害已答对的题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代码结构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全部开源可复现:github.com/jeremyz12/qvf_withcontroller @ freeze-20260805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5577840"/>
              </a:tblGrid>
              <a:tr h="320039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职责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关键内容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qvf/engine_bridge.py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抽取契约(心脏)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档案卡 Pydantic schema + 11 条规则提示词;矛盾阅读器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scripts/run_decisive_stale.py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裁决层本体 + 实验运行器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run_minimal_rules():~150 行裁决;30+ 实验臂注册表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qvf/retrieval.py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BM25 / 稠密(双后端) / MMR(已证伪,留档)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qvf/judge.py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判官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LongMemEval 官方协议;人工盲审 kappa 0.979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eval/(7 个加载器)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基准归一化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七个数据集 → 统一 QAInstance 接口,运行器无感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scripts/gen_stale_chain.py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自建基准生成器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opus 生成 + 确定性验证器(逐字/日期递增/值互异)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工作流(本周实际运转的科研循环):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失败法证(逐题解剖)→ 提出规则 → dev 切片配对检验 → 过线才留、不过就地证伪留注释 → 新鲜切片确认 → 冻结版全量重跑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• 本周 19 条候选被证伪(MMR、软注记、死路升级…),4 次 dev 假象被新鲜切片拦截 —— 证伪记录全部公开在 README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为什么有用①:五基准×双提供商统计显著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冻结版数字,全部同一 commit;配对符号检验(同题两臂,只数分歧题)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926080"/>
                <a:gridCol w="4114800"/>
              </a:tblGrid>
              <a:tr h="320039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直读 → +QVF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配对判决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STALE-400 · gpt 栈 (1200题)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24.7% → 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206胜37负, p=6×10⁻³⁰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STALE-400 · haiku 栈 (1200题)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27.9% → 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113胜56负, p=7×10⁻⁶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STALE-Chain · haiku (212问)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39.6% →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44胜2负, p=1.5×10⁻¹¹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STALE-Chain · 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43.4% → 52.8%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32胜12负, p=0.0018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TempReason 原文(外部公开基准)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30.0% →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16胜3负, p=0.0022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TempReason 干净(外部公开基准)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95.0% →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9胜0负, p=0.002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7B34"/>
                </a:solidFill>
                <a:latin typeface="Microsoft YaHei"/>
              </a:rPr>
              <a:t>✓ 跨家族判官复核:换 gpt-5-mini 复判 424 行,一致率 97.9%,主结果 48胜2负复现 —— 不是自家判官的偏爱</a:t>
            </a:r>
          </a:p>
          <a:p>
            <a:pPr algn="l"/>
            <a:r>
              <a:rPr sz="1500" b="0">
                <a:solidFill>
                  <a:srgbClr val="0A7B34"/>
                </a:solidFill>
                <a:latin typeface="Microsoft YaHei"/>
              </a:rPr>
              <a:t>✓ 重复性:同种子重跑,判分翻转 0/50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为什么有用②:比换强模型/写提示词都划算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STALE-Chain held-out 212 问,同题同判官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786383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854"/>
                <a:gridCol w="1608512"/>
                <a:gridCol w="1965960"/>
                <a:gridCol w="1608512"/>
              </a:tblGrid>
              <a:tr h="320040">
                <a:tc>
                  <a:txBody>
                    <a:bodyPr/>
                    <a:lstStyle/>
                    <a:p>
                      <a:r>
                        <a:rPr sz="1500" b="1">
                          <a:latin typeface="Microsoft YaHei"/>
                        </a:rPr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Microsoft YaHei"/>
                        </a:rPr>
                        <a:t>直读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Microsoft YaHei"/>
                        </a:rPr>
                        <a:t>+时效提示词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Microsoft YaHei"/>
                        </a:rPr>
                        <a:t>+QVF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haiku(最便宜)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39.6%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59.2%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gpt-5-mini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52.8%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sonnet-5(强)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47.2%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50.5%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Microsoft YaHei"/>
                        </a:rPr>
                        <a:t>(不叠加)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7B34"/>
                </a:solidFill>
                <a:latin typeface="Microsoft YaHei"/>
              </a:rPr>
              <a:t>✓ haiku+QVF vs sonnet直读:QVF 多胜 26 题(33胜7负, p=2×10⁻⁵)</a:t>
            </a:r>
          </a:p>
          <a:p>
            <a:pPr algn="l"/>
            <a:r>
              <a:rPr sz="1600" b="0">
                <a:solidFill>
                  <a:srgbClr val="0A7B34"/>
                </a:solidFill>
                <a:latin typeface="Microsoft YaHei"/>
              </a:rPr>
              <a:t>✓ haiku+QVF vs sonnet+提示词:QVF 多胜 19 题(28胜9负, p=0.0013)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• 模型每升一档只买 +4pp,提示词再 +3pp;QVF 一次 +20pp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• 等成本对照(STALE 315 题):gpt-5-mini+QVF 34.9% @ $0.018/题 &gt; gpt-5 直读 33.7% @ $0.021 —— 更准且更便宜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为什么有用③:长上下文治不了时效,反而加重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本周最重要的机制发现:上下文量与有效性裁决是两条正交轴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554480"/>
                <a:gridCol w="1371600"/>
                <a:gridCol w="128016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配置(链基准各维53题)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当前态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前提陷阱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点时刻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总分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top-10 直读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39.6%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全上下文直读(全部记忆塞给模型)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50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6 ↓更糟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9 ↓更糟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48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53.3%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全上下文 + QVF 裁决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78.3%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• 塞全部记忆:治好"没读到"(轨迹 21→48),却放大"读到但用错"(过时状态全摆眼前:陷阱 11→6、点时刻 15→9)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• QVF 恰好治后者 → 两轴叠加:39.6% → 78.3%,接近翻倍(vs 全上下文直读:QVF 多胜 53 题,56胜3负 p=6×10⁻¹⁴)</a:t>
            </a:r>
          </a:p>
          <a:p>
            <a:pPr algn="l"/>
            <a:r>
              <a:rPr sz="1500" b="0">
                <a:solidFill>
                  <a:srgbClr val="B3400E"/>
                </a:solidFill>
                <a:latin typeface="Microsoft YaHei"/>
              </a:rPr>
              <a:t>✗ 注:78.3% 为开发期配置上限,新种子确认集进行中(评审要求)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与现有记忆系统对照:Mem0(写入时范式)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同 20 条链条目 80 问、同阅读器同判官;唯一变量 = 记忆层哲学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298"/>
                <a:gridCol w="1670364"/>
                <a:gridCol w="1670364"/>
                <a:gridCol w="5011093"/>
              </a:tblGrid>
              <a:tr h="320039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维度(各20题)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Mem0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QVF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差值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当前态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QVF 少胜 2 题(n 小,视为持平)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前提陷阱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QVF 多胜 2 题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点时刻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QVF 多胜 7 题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QVF 多胜 8 题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总分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QVF +18.8pp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死因解剖(比输赢更有价值):当前版 Mem0 根本不删旧记忆(0 次 UPDATE/DELETE,纯 ADD,记忆膨胀 1.4×)</a:t>
            </a:r>
          </a:p>
          <a:p>
            <a:pPr algn="l"/>
            <a:r>
              <a:rPr sz="1500" b="0">
                <a:solidFill>
                  <a:srgbClr val="B3400E"/>
                </a:solidFill>
                <a:latin typeface="Microsoft YaHei"/>
              </a:rPr>
              <a:t>✗ 真正死因 = 时间线腐蚀:开源版不支持会话时间戳,"昨天买了手机"按摄入当天解析 → 2025 年的事变成 2026 年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YaHei"/>
              </a:rPr>
              <a:t>• 结论:"把记忆变干净"≠"把时间变可信";时效需要读取时按题裁决 —— 正是我们的核心主张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边界与副作用(全部实验确认,如实报告)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知道它哪里没用,和知道它哪里有用同样重要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饱和区:状态干净+干扰少时现代模型自己能到 95-100%(TempReason干净版 gpt 直读满分)→ 此处装 QVF 只能持平或微损</a:t>
            </a:r>
          </a:p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强阅读器:文档 RAG 上 sonnet+QVF ≈ sonnet 直读 → 价值是"便宜模型追平贵模型",不是叠加在贵模型上</a:t>
            </a:r>
          </a:p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非时序冲突:错误信息型/条件型只做到零伤害,无净胜(它们的本质不是时间)</a:t>
            </a:r>
          </a:p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成本:输入 token ×3-11、延迟 ×2-3(条件调用门可省 62%,未套用新基准)</a:t>
            </a:r>
          </a:p>
          <a:p>
            <a:pPr algn="l"/>
            <a:r>
              <a:rPr sz="1600" b="0">
                <a:solidFill>
                  <a:srgbClr val="B3400E"/>
                </a:solidFill>
                <a:latin typeface="Microsoft YaHei"/>
              </a:rPr>
              <a:t>✗ 弱阅读器复杂度税:新增裁决路在 haiku 栈 T1 -4pp(gpt 栈零伤害)→ 部署按阅读器档位裁剪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一句话定位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QVF 不是处处该装的组件,而是有量化开关条件的组件: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阅读器越便宜、状态埋得越深、问题越涉及时间 → 增益越大;反之不装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A5AC8"/>
                </a:solidFill>
                <a:latin typeface="Microsoft YaHei"/>
              </a:rPr>
              <a:t>下周计划(按评审修订路线图)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70"/>
                </a:solidFill>
                <a:latin typeface="Microsoft YaHei"/>
              </a:rPr>
              <a:t>两轮模拟评审结论:sound with revisions;三项阻塞已完成 2 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7B34"/>
                </a:solidFill>
                <a:latin typeface="Microsoft YaHei"/>
              </a:rPr>
              <a:t>✓ 已完成:写入时基线(Mem0 实测)✓;冻结版单 commit 全量重跑 ✓(1.8万判分行)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1. STALE-Chain 新种子确认集 + oblique split(状态非逐字陈述版)—— 78.3% 的确认版数字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2. 等预算结构化提示对照(timeline-CoT / 两遍自抽取)—— 补齐"必须确定性裁决"的最后一格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3. 统计整改:条目级聚类检验为主统计量、单侧标注、Holm 校正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4. 按"问题主张"重构写作,论文动笔(素材已齐:5基准×2栈显著 + 机制三发现 + 19条证伪注册表)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/>
            </a:r>
          </a:p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本周一句话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QVF 从"单基准原型"推进为:五基准双提供商显著、带自建基准、带机制解释、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YaHei"/>
              </a:rPr>
              <a:t>带诚实边界、经两轮模拟评审并完成主要修订、单 commit 可复现的论文级系统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