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8" d="100"/>
          <a:sy n="158" d="100"/>
        </p:scale>
        <p:origin x="176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F2A44"/>
                </a:solidFill>
                <a:latin typeface="Cambria"/>
              </a:rPr>
              <a:t>QVF Weekly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Calibri"/>
              </a:rPr>
              <a:t>Query-conditioned Validity Filtering over Conversational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4297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Zenglin (Jeremy) Zhong   ·   Aug 27, 2026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Benchmark: WikiState v2   ·   repo: github.com/jeremyz12/qvf_withcontroller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This Week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Aug 21 – Aug 27 · verification, repair,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• Headline re-verified, qualifier removed — 88.4 @ 418 (two independent runs: 87.80 / 89.00)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v2 clean-arena ablation ladder completed — every stage individually significant; structure value +27.3pp (p = 2.2e-25)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Weakest question type repaired via a preregistered fix — change_count 55.6 → 63.9 (p = 0.043); full system 75.9 → 78.8 on v2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16-system comparison finalized — write-time-stamping ceiling measured: 11.7 vs 83.3 (Δ 71.6pp)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Human verification platform launched — rate.wikistate.org: 144/144 chains × 3 raters + catch trials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2A44"/>
                </a:solidFill>
                <a:latin typeface="Calibri"/>
              </a:rPr>
              <a:t>• Honest accounting — LoCoMo chain extraction audited (35% revision → limitations); new cost claim: same accuracy at 1/5.5 read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Headline Re-verified: 88.4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The “single-run, pending re-verification” qualifier is now removed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8638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6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Accuracy @ 418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Run 1 (Aug 23)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87.80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original measurement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Run 2 (Aug 26, full rerun)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89.00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independent full-418 rerun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Preregistered criterion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|Δ| ≤ 2.0pp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written before running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Δ = +1.20  →  PASS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official headline: mean 88.4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Per-type (run 2): change_count 78.1 · count_before 90.5 · first_vs_last 98.1 · longest_tenure 89.3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A44"/>
                </a:solidFill>
                <a:latin typeface="Calibri"/>
              </a:rPr>
              <a:t>Config: ledger reading — our card ledger + a cited published state-reading protocol (2,539 tok/question).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Repair Loop Closed on the Weakest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diagnose → preregister → treat → verify  ·  total cost $1.6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Diagnosis: the executor counts chain rows (len − 1); a noisy chain gives a confidently wrong count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Treatment: membership filter cleans the card store before counting — model proposes (with verbatim quote), code authorizes via containment checks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Criteria written dead before running: ≥ +6pp and p &lt; 0.05; guard type ≥ −2pp; no empty-pool side effect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063240"/>
          <a:ext cx="877823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1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change_count (144 q)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≥ +6pp, p &lt; 0.05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55.6 → 63.9 (+8.3), W/L 21/9, p = 0.043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count_before guard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≥ −2pp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72.9 → 76.4 (+3.5)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Fallback-rate side effect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≤ +5pp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0% → 0%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44"/>
                </a:solidFill>
                <a:latin typeface="Calibri"/>
              </a:rPr>
              <a:t>System effect: code-computation path on v2  75.87 → 78.82.  Filter removed 75 / 602 cards (12.5%).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Exploratory: the gap to ledger reading narrows from +6.8 (p = 1.3e-04) to +3.8 (p = 0.051) — the two ends converge once chains are clean.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Recap — One Memory, Three Validities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why validity must be judged at query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mbria"/>
              </a:rPr>
              <a:t>“1989-06-01: I officially started at CERN today.”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8961119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Query (asked today)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Validity of that same memory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Where do I work now?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A4552E"/>
                          </a:solidFill>
                          <a:latin typeface="Calibri"/>
                        </a:rPr>
                        <a:t>EXPIRED — superseded by a later employer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Where did I work in 1990?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E7A57"/>
                          </a:solidFill>
                          <a:latin typeface="Calibri"/>
                        </a:rPr>
                        <a:t>THE ANSWER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How many times did I change employer?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A6A2F"/>
                          </a:solidFill>
                          <a:latin typeface="Calibri"/>
                        </a:rPr>
                        <a:t>REQUIRED EVIDENCE — count is wrong without it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Validity = f(memory, query) — not a property of the memory alone.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Consequence: any stamp applied at write time is wrong for some queries — mechanism, not engineering.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6B7280"/>
                </a:solidFill>
                <a:latin typeface="Calibri"/>
              </a:rPr>
              <a:t>Measured ceiling of stamp-at-write systems on our arena: 11.7% (ours: 83.3%).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QVF Pipeline —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LLM appears only at the two language ends; every decision in between is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A6A2F"/>
                </a:solidFill>
                <a:latin typeface="Calibri"/>
              </a:rPr>
              <a:t>WRITE SIDE (after each session)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for each state declaration in session: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    card = {value, date, verbatim_quote,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            slot, single|set}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    reject card if quote is not 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Consolas"/>
              </a:rPr>
              <a:t>    verbatim substring of the source</a:t>
            </a:r>
          </a:p>
          <a:p>
            <a:pPr algn="l">
              <a:spcAft>
                <a:spcPts val="200"/>
              </a:spcAft>
            </a:pPr>
            <a:endParaRPr sz="1300" b="0">
              <a:solidFill>
                <a:srgbClr val="1F2A44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→ dates pinned into data; quotes are anti-hallucination anchors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258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8A6A2F"/>
                </a:solidFill>
                <a:latin typeface="Calibri"/>
              </a:rPr>
              <a:t>READ SIDE (per query)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plan = LLM_translate(query)          # only “understanding” step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if plan.op is current-value type: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    return retrieval(query)          # routing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pool  = select_cards(plan.slot)      # keyed grouping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pool  = filter(pool) if counting     # code authorizes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chain = sort_by_date + merge_adjacent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if chain is empty: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    return retrieval(query)          # fallback, 10W–0L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concl = execute(plan.op, chain)      # PURE CODE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F2A44"/>
                </a:solidFill>
                <a:latin typeface="Consolas"/>
              </a:rPr>
              <a:t>return LLM_phrase(evidence + concl)  # says it in words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Executor — One Line per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once the chain is right, temporal reasoning degenerates into array operations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Question type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Executor logic (deterministic)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Current value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chain[-1].value   (since chain[-1].date)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Stale-premise correction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if presupposed value ∈ chain[:-1]: flag “outdated — current is chain[-1]”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Value at time 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the i with  date_i ≤ t &lt; date_{i+1}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Times changed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len(chain) − 1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Times changed before 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len(chain where date &lt; t) − 1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First vs last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compare chain[0].value, chain[-1].value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Held longest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accumulate closed-interval days per value (+ as-of-today final segment); argmax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The LLM translates in (question → plan) and phrases out (conclusion → words).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6B7280"/>
                </a:solidFill>
                <a:latin typeface="Calibri"/>
              </a:rPr>
              <a:t>The number itself is decided by code — auditable, repairable, immune to input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Results — v2 Clean-Arena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576 questions · 144 chains · same reader, same judge · paired McNemar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881360" cy="272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Acc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Marginal gain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Plain retrieval (baseline)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48.61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 organize evidence (selection &amp; normalization)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62.67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+14.06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1.5e-08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 certify roles (current / superseded / not-yet)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65.62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+2.95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0.036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 code computes the conclusion  (full system)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75.87 → 78.82*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+10.24 (pre-repair)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1.8e-09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Cited reading protocol + raw transcript (control)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81.25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Cited protocol + OUR ledger  (headline config)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82.64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vs control: same acc, 1/5.5 cost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0.50 (n.s.)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Structure value (full system − baseline): +27.3pp, p = 2.2e-25 — on an arena with every known exploit removed.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* 78.82 = after this week's counting-path repair; the +10.24 margin and its p-value were measured pre-repair. Certification margin is +11.2 on v1, compressed to +2.95 on v2 (conventions moved into the question text) — itself a datapoint on where component value comes from.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A4552E"/>
                </a:solidFill>
                <a:latin typeface="Calibri"/>
              </a:rPr>
              <a:t>v1 vs v2 absolute scores are not comparable: v2 is deliberately harder (exploits removed).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Results — 16 Systems, Same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60-question protocol · same reader, same judge · † = excluded from comparative claims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5394959" cy="481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Acc %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† LightRAG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graph RAG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† Graphiti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temporal graph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4552E"/>
                          </a:solidFill>
                          <a:latin typeface="Calibri"/>
                        </a:rPr>
                        <a:t>Stamp-at-write ledger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write-time validity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A4552E"/>
                          </a:solidFill>
                          <a:latin typeface="Calibri"/>
                        </a:rPr>
                        <a:t>11.7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word overlap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obs-RAG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observation RAG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Mem0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memory product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26.7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LangMem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memory product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40.0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A-MEM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memory system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43.3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cognee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memory system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46.7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Summary-RAG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summarize + RAG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46.7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Plain retrieval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A44"/>
                          </a:solidFill>
                          <a:latin typeface="Calibri"/>
                        </a:rPr>
                        <a:t>51.7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txtai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retrieval infra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53.3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lgstore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retrieval infra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55.0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1F2A44"/>
                          </a:solidFill>
                          <a:latin typeface="Calibri"/>
                        </a:rPr>
                        <a:t>date-line prompt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63.3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E7A57"/>
                          </a:solidFill>
                          <a:latin typeface="Calibri"/>
                        </a:rPr>
                        <a:t>QVF — organize only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our ablation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E7A57"/>
                          </a:solidFill>
                          <a:latin typeface="Calibri"/>
                        </a:rPr>
                        <a:t>70.0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E7A57"/>
                          </a:solidFill>
                          <a:latin typeface="Calibri"/>
                        </a:rPr>
                        <a:t>QVF — full system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A44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3E7A57"/>
                          </a:solidFill>
                          <a:latin typeface="Calibri"/>
                        </a:rPr>
                        <a:t>83.3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5544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Everything below the bold line scores WORSE than plain retrieval — most memory products actively hurt on state questions; the baseline is not a strawman</a:t>
            </a:r>
          </a:p>
          <a:p>
            <a:pPr algn="l">
              <a:spcAft>
                <a:spcPts val="12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Mechanism autopsies per row: extraction loses chains; graph systems rank chit-chat edges above state edges; word overlap is a floor</a:t>
            </a:r>
          </a:p>
          <a:p>
            <a:pPr algn="l">
              <a:spcAft>
                <a:spcPts val="1200"/>
              </a:spcAft>
            </a:pPr>
            <a:r>
              <a:rPr sz="1450" b="1">
                <a:solidFill>
                  <a:srgbClr val="1F2A44"/>
                </a:solidFill>
                <a:latin typeface="Calibri"/>
              </a:rPr>
              <a:t>• Stamp-at-write ledger 11.7 = measured ceiling of write-time validity (Δ 71.6pp to ours) — guaranteed by mechanism, not engineering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† rows: integration gap vs genuine failure indistinguishable — reported but excluded from comparative claims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Headline configs (88.4 / 84.5) reported separately on the full 418-question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Robustness — the Shuffle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same content, same dates — only the ORDER of entries is shuffled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96926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1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0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Input form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Drop after shuffle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Significant?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Full transcript, read directly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A4552E"/>
                          </a:solidFill>
                          <a:latin typeface="Calibri"/>
                        </a:rPr>
                        <a:t>−48.2  (85.5 → 37.3)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 = 5.7e-12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Reading protocol + raw transcript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−6.0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 = 0.006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Reading protocol + our ledger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E7A57"/>
                          </a:solidFill>
                          <a:latin typeface="Calibri"/>
                        </a:rPr>
                        <a:t>−2.6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Code-computation path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E7A57"/>
                          </a:solidFill>
                          <a:latin typeface="Calibri"/>
                        </a:rPr>
                        <a:t>+0.9  (immune)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Calibri"/>
              </a:rPr>
              <a:t>Each level of structure removes a level of order-dependence.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Temporal awareness moved from “context order” (fragile, parasitic) into “date fields” (explicit, code-sorted).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This is the direct evidence for the framing: existing modules are insensitive to memory temporality.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Cost — What 100 Correct-ish Answers Buy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read-side, measured on the same 576 questions · haiku pricing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987551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Correct per 100 q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Cost per 100 q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tok/question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Plain retrieval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$0.13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884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QVF — code path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$0.27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2,258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QVF — ledger reading (headline)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44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$0.50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2,539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Protocol + raw transcript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$1.63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A4552E"/>
                          </a:solidFill>
                          <a:latin typeface="Calibri"/>
                        </a:rPr>
                        <a:t>13,968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Full-context stuffing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$1.52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44"/>
                          </a:solidFill>
                          <a:latin typeface="Calibri"/>
                        </a:rPr>
                        <a:t>14,681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In the ≥75% accuracy tier, our two configs are the only cheap options — the sole same-accuracy alternative costs 5.5× more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Write side is a one-time investment ($6.14 / 105 stores) that amortizes with reuse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• Honest note: with prompt caching, full-context is 2.8× cheaper in total dollars — but is capped at ~50% at ANY budget (15× budget: no gain). Accuracy is not purchasable.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WikiState v2 — the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real entity histories · synthetic sessions · zero manual gold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Recipe: Wikidata property histories of real entities (employer / position / team / residence, ≥3 states) → rendered as dated first-person chat sessions with verbatim anchor sentences → questions + gold generated by code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v1: 105 chains / 418 questions → self-audit found 3 exploitable defects (answer-distribution skew · open-segment shortcut · N vs N−1 wording ambiguity)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v2: 144 chains / 576 questions — all three fixed: majority class ≤35%, final segment counts to Today, conventions printed in the question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“Arena self-audit and repair” goes into the paper — more credible than claiming a perfect benchmark.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Gold correctness is guaranteed by derivation: chains human-verified (next slide) + operators are code + conventions printed in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Human Verification Platform —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https://rate.wikistate.org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Every chain (144/144) independently verified by 3 raters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Raters see the chain table AND the full raw session log — anchor sentences highlighted in place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5 planted-error catch trials (shifted date, deleted row, swapped values, fabricated anchor/row) — attention is measured, not assumed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~60 items ≈ 2 hours per rater · 8 raters · self-paced, HTTPS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A44"/>
                </a:solidFill>
                <a:latin typeface="Calibri"/>
              </a:rPr>
              <a:t>• Output: Fleiss' κ + agreement + catch-trial pass rate → disagreements adjudicated → dataset v2.1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Annotator view (schematic)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29400" y="1691640"/>
          <a:ext cx="50292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44"/>
                          </a:solidFill>
                          <a:latin typeface="Calibri"/>
                        </a:rPr>
                        <a:t>SOURCE SENTENCE</a:t>
                      </a:r>
                    </a:p>
                  </a:txBody>
                  <a:tcPr marL="73152" marR="54864" marT="18288" marB="18288">
                    <a:solidFill>
                      <a:srgbClr val="E8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1985-11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Caltech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“officially started as a research fellow…”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1989-06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CERN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“Officially started at CERN today”</a:t>
                      </a:r>
                    </a:p>
                  </a:txBody>
                  <a:tcPr marL="73152" marR="54864" marT="18288" marB="18288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1995-10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Cambridge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A44"/>
                          </a:solidFill>
                          <a:latin typeface="Calibri"/>
                        </a:rPr>
                        <a:t>“as of today I've officially started…”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3063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8A6A2F"/>
                </a:solidFill>
              </a:rPr>
              <a:t>RAW MEMORY — full session log (scroll)</a:t>
            </a:r>
          </a:p>
          <a:p>
            <a:r>
              <a:rPr sz="1000">
                <a:solidFill>
                  <a:srgbClr val="6B7280"/>
                </a:solidFill>
              </a:rPr>
              <a:t>Session 12 · 1989-06-01   </a:t>
            </a:r>
            <a:r>
              <a:rPr sz="1000">
                <a:solidFill>
                  <a:srgbClr val="1F2A44"/>
                </a:solidFill>
              </a:rPr>
              <a:t>“Officially started at CERN today, so please update my details — new badge, new office…”</a:t>
            </a:r>
          </a:p>
          <a:p>
            <a:r>
              <a:rPr sz="950">
                <a:solidFill>
                  <a:srgbClr val="6B7280"/>
                </a:solidFill>
              </a:rPr>
              <a:t>(anchor sentences highlighted in yellow on the real page)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Cambria"/>
              </a:rPr>
              <a:t>Boundaries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326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the honest half of the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Boundaries (stated before anyone asks):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v1 vs v2 absolute scores are not comparable — v2 is deliberately harder; only within-arena margins are compared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Natural-corpus chain extraction is NOT solved: our own LoCoMo audit → 35% revision rate (over-merge 5/7, plan-as-state 2/7) → quantified in limitations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Parametric temporal drift (ChronoScope's disease) self-heals with model generations — store-side state selection (ours) does not: that is QVF's territory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F2A44"/>
                </a:solidFill>
                <a:latin typeface="Calibri"/>
              </a:rPr>
              <a:t>Next: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Collect human-verification data → κ, catch-trial rates, dataset v2.1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Candidate external arenas scoped: TRACE (59 q, $3–5) · MemOps (403 dialogs / 2,006 QA, ~$35)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A44"/>
                </a:solidFill>
                <a:latin typeface="Calibri"/>
              </a:rPr>
              <a:t>• Paper drafting toward ACL / NAACL 2027 — system frozen, evidence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2136</Words>
  <Application>Microsoft Office PowerPoint</Application>
  <PresentationFormat>Widescreen</PresentationFormat>
  <Paragraphs>288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Zenglin Zhong</cp:lastModifiedBy>
  <cp:revision>1</cp:revision>
  <dcterms:created xsi:type="dcterms:W3CDTF">2013-01-27T09:14:16Z</dcterms:created>
  <dcterms:modified xsi:type="dcterms:W3CDTF">2026-08-27T00:26:05Z</dcterms:modified>
  <cp:category/>
</cp:coreProperties>
</file>