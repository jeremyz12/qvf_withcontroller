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 · 真实域泛化 · 写入时架构 —— 修正协议全面上版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评测协议 v2(修正框定)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2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先定义问题,再选考场:时序状态选择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同一属性随时间累积多个值,读取时必须按查询的时间语义选取 / 组合正确状态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81912"/>
            <a:ext cx="566928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71600" y="15819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「现在住哪?」→ 选最新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5848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581912"/>
            <a:ext cx="566928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58191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24528" y="15819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「4 月 10 日那天?」→ 按日期取态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1581912"/>
            <a:ext cx="566928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158191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77456" y="15819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9944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「怎么变的?」→ 全链按序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61704" y="14173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1581912"/>
            <a:ext cx="566928" cy="420624"/>
          </a:xfrm>
          <a:prstGeom prst="roundRect">
            <a:avLst>
              <a:gd name="adj" fmla="val 17391"/>
            </a:avLst>
          </a:prstGeom>
          <a:solidFill>
            <a:srgbClr val="B3400E"/>
          </a:solidFill>
          <a:ln/>
        </p:spPr>
      </p:sp>
      <p:sp>
        <p:nvSpPr>
          <p:cNvPr id="21" name="Text 19"/>
          <p:cNvSpPr/>
          <p:nvPr/>
        </p:nvSpPr>
        <p:spPr>
          <a:xfrm>
            <a:off x="9244584" y="158191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930384" y="15819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过时前提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62872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「既然住西雅图…」→ 先纠前提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01752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" y="3182112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明确排除(不是本方法的问题域):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错误信息冲突 · 条件共存 · 静态事实 · 弃答校准 · 时长/排序计算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23560" y="3017520"/>
            <a:ext cx="6062472" cy="3337560"/>
          </a:xfrm>
          <a:prstGeom prst="roundRect">
            <a:avLst>
              <a:gd name="adj" fmla="val 246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70448" y="31821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五个公开基准的「问题含量」实测(逐题分类)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70448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LoCoMo-adv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3694176"/>
            <a:ext cx="54864" cy="256032"/>
          </a:xfrm>
          <a:prstGeom prst="roundRect">
            <a:avLst>
              <a:gd name="adj" fmla="val 50000"/>
            </a:avLst>
          </a:prstGeom>
          <a:solidFill>
            <a:srgbClr val="C4CDE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 —— 无害性对照的角色被逐题证实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70448" y="40782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LoCoMo-single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4133088"/>
            <a:ext cx="395021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624621" y="4078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70448" y="45171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LME 时间推理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92440" y="4572000"/>
            <a:ext cx="987552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217152" y="45171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70448" y="4956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LME 知识更新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92440" y="5010912"/>
            <a:ext cx="1075334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9304934" y="4956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70448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92440" y="5449824"/>
            <a:ext cx="1316736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9546336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 60%(S3 标签待复核)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870448" y="5833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/ WikiState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92440" y="5888736"/>
            <a:ext cx="2194560" cy="256032"/>
          </a:xfrm>
          <a:prstGeom prst="roundRect">
            <a:avLst>
              <a:gd name="adj" fmla="val 10714"/>
            </a:avLst>
          </a:prstGeom>
          <a:solidFill>
            <a:srgbClr val="1F7A3D"/>
          </a:solidFill>
          <a:ln/>
        </p:spPr>
      </p:sp>
      <p:sp>
        <p:nvSpPr>
          <p:cNvPr id="45" name="Text 43"/>
          <p:cNvSpPr/>
          <p:nvPr/>
        </p:nvSpPr>
        <p:spPr>
          <a:xfrm>
            <a:off x="10424160" y="5833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100%(按构造)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4434840"/>
            <a:ext cx="4892040" cy="1920240"/>
          </a:xfrm>
          <a:prstGeom prst="roundRect">
            <a:avLst>
              <a:gd name="adj" fmla="val 428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9808" y="461772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框架的预言力(零新实验,重配对既有判分行):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LME 时间推理的「统计中性」拆开看:含题子集 12胜9负,超纲子集 7胜12负 —— 方法在问题存在处帮忙,在不存在处交复杂度税。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结论:考场选择必须以问题含量为准 —— 这就是自建考场的理由。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全部证据已在修正协议 / 真实域 / 前沿档位下复核(旧版错误解剖中协议诱导的部分已剔除)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697480"/>
          </a:xfrm>
          <a:prstGeom prst="roundRect">
            <a:avLst>
              <a:gd name="adj" fmla="val 305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轨迹维:直读在三个真实域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的塌陷(任职/雇主/队籍)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21868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多态链藏在几十个会话里,单遍阅读拼不齐全链 —— 跨域普遍,非数据集特例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697480"/>
          </a:xfrm>
          <a:prstGeom prst="roundRect">
            <a:avLst>
              <a:gd name="adj" fmla="val 305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-28pp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陷阱维:前沿模型的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「部署框定税」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21868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opus-5、同 50 道陷阱题:考试框定 100% → 日常助手口吻 72% —— 时序警觉并非默认开启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697480"/>
          </a:xfrm>
          <a:prstGeom prst="roundRect">
            <a:avLst>
              <a:gd name="adj" fmla="val 305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28→77%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点时刻:拒答大半是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协议诱导,残余是真实缺陷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21868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删掉弃答条款即回升(28→77%);最后一段(77→97%)只有代码区间算术能补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183112" cy="1920240"/>
          </a:xfrm>
          <a:prstGeom prst="roundRect">
            <a:avLst>
              <a:gd name="adj" fmla="val 428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三个机制指向同一个结论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失败不是「模型不够强」: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前沿模型在考试框定下满分,换成日常部署态照样在陷阱维塌方;弱模型给全上下文反而放大信错(陷阱 11→6)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时序警觉必须被显式供给: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由框定、提示或代码之一供给 —— 本工作给出「政策」的两种交付形态并量化各自物理性格(提示=浮动天花板,代码=恒定地板)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为什么该走「读取时 · 分型 · 代码裁决」:文献依据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study_logs);左两列是设计依据,右列本场第三幕实测检验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观点依据(发现支撑设计)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证明「记忆过时」是真实失效源;T1/T2+干扰会话 → 我们的考场底座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冲突必须先分型再施策 → 四物种设计、变更语言检查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时序冲突 ≠ 错误信息 → 不可变槽位表,拒绝一律「取最新」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连贯的错误信息会赢得模型信任 → 「永不让阅读器自己裁决」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全局警示会过度泛化 → 预言了注记式提示 14.6% 崩盘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本场实测检验(第三幕)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Mem0(写入时整理范式)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实测:时间线腐蚀(Mem0 对照页)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实测:修正协议阶梯页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实测:问题定义页 + 边界页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实测:政策二象性(阶梯页)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的属性;问题被形式化为「时序状态选择」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194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怎么变的」它是金答案。S1-S4 四个子问题 + 明确排除项;五个公开基准的问题含量地图(LoCoMo 0% 在题)让「考场选择」第一次有了依据。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STALE-Chain(合成深链)+ WikiState 真实家族(三属性域)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28816" y="21945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里「一律删旧」即可满分。扩成 3-5 态演化链补上点时刻/轨迹两维;再从 Wikidata 任职/雇主/队籍限定符构建 146 条目 584 问的真实域家族 —— 金答案机械导出、零人工标注、参数泄漏过滤。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 —— 读取时与写入时双架构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只做语义感知,~150 行 Python 做全部决策。读取时版:检索后即插即用;写入时版(档案卡库):抽取前移一次摊销,读取 1.8k token/题 = 直读价位,真实域 84-89%、合成链追平全文旗舰 @1/30 成本。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框定效应 + 政策二象性(两个方法论级发现)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28816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评测框定(JSON 板砖+弃答条款)系统性压低单遍成绩 11-25pp,「拒答」大半是协议诱导 —— 全部数字已重定标;② 前沿模型的部署框定税 28pp,与证据埋深成正比;③ 同一裁决政策两种交付:提示版天花板随读者升、随分布漂;代码版是不随读者/分布的恒定地板。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QVF:五段流水线(读取时形态)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 —— 写入时形态见档案卡库页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↺ 唯一的回环:历史路发现链不全时,③裁决会回调 ①检索/②抽取 补证据(三种补全扫描)—— 主检索协议不变,只是按需追加查询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评测设置:八个数据集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态演化链,四个探测维;60 生成 53 过确定性验证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深度裁决主战场;53 条留出集 + 57 条新种子确认集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家族(自建, Wikidata CC0)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真实任职/雇主/队籍链;金答案机械导出,参数泄漏过滤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真实域泛化主战场:三属性域 146 条目 584 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真实维基编辑差分,新旧版带时间戳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时序/错误信息/条件共存三种冲突分层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呈现顺序与协议:</a:t>
            </a:r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先公开考场,再自建考场;自建数字一律为修正框定协议 v2(下一页说明),公开基准保持社区原生框定不动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方法论发现:评测框定本身就是一个变量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一次自查引发的重定标 —— 也是对「为什么修改之后变好了」的正面回答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旧框定(沿用原基准习惯)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记忆渲染成 JSON 数据块 + 指令含弃答条款(「没有信息就说没有」)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后果:系统性压低一切单遍成绩 —— 链 +24.6pp(66胜14负 p=1.6e-9)、STALE +11.3pp(25胜8负 p=0.0023)被白白埋没;点时刻「拒答」大半是弃答条款诱导(修正后 28→77%)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41605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修正协议 v2(现行标准)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= 带日期的对话誊录;日常助手口吻;无弃答条款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全部自建数字重定标,旧差值一律作废 —— 本套材料中自建考场数字均为 v2 口径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0528" y="1600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「改了协议成绩变好」如何自证清白?三道检查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同一修正应用于所有臂:直读基线同幅上涨,不偏袒本方法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QVF 增量在新协议下依然双显著(vs 直读 30胜4负;vs 政策提示 19胜5负)—— 增益缩水的部分如实承认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外部公开基准(LME/TempReason/HoH)使用社区原生框定,数字未动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9776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4160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同一发现的部署面:框定税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opus-5、同 50 道陷阱题、一题一全新上下文:考试框定 100% → 部署框定(日常口吻零提醒)72%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且税率与证据埋深成正比:证据鲜明的残差题税≈0,深埋的 STALE 陷阱税 28pp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含义:框定不是评测细节,是部署变量 —— QVF 的部署叙事 = 把考试态警觉固化为常驻默认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先考公开考场:20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freeze-20260805 单 commit;栈 = 阅读器与抽取器同族,判官统一 claude-opus;配对符号检验;公开基准为社区原生框定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gpt-5-mini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haiku-4.5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 自建(212)· 修正协议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64.2% → 76.4%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26 题, p=3×10⁻⁶(下页展开)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gpt-5-mini:直读已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无显著伤害;问题定义页已给出解释:中性格 = 问题含量低的考场(LME-TR 含题子集 12胜9负,超纲子集反转)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格按条目聚类重算符号检验无一翻转;STALE-400 行为旧框定口径(与公开原版协议一致),修正协议下的家族内对比见后两页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深度考场(修正协议 v2):政策阶梯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212 问 + 新种子确认集 228 问,haiku-4.5 读者;政策 = 纠前提 / 按日取态 / 给全链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60624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配置(chain 212)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基线(修正协议下已比旧框定 +24.6pp)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提示交付:+5.6pp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QVF 确定性裁决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直读 30胜4负 p=3×10⁻⁶;vs 提示 19胜5负 p=0.0033(轨迹 77% vs 57%)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直读 53胜15负 —— 读取时最优配置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228(新种子复现)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65.4% → 79.8%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33 题(40胜7负)p=5×10⁻⁷ —— 增量跨分布复刻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976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448056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如实报:浅链上 QVF 不显著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STALE-400 切片 150(二态浅链):直读 45.3 → QVF 52.0(p=0.072 不显著)→ 提示 62.7%。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二态基准属「提示够用区」;QVF 判别域 = 多态链 + 时点/轨迹 —— 与问题定义页的含量地图一致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42976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448056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政策二象性(两批 440 问 + 双读者证据)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提示交付 = 天花板:随读者升(gpt 读者点时刻 96%)、随分布漂移(两批相对位置翻转 ±10pp)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代码交付 = 地板:QVF 配对增量两批复刻,点时刻跨读者/检索恒定 —— 日期区间推理不可托付给模型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旧协议 oracle 补充:金证据 100% 注入时 QVF 87.3% 全场最优,dense→oracle 斜率最陡(+28pp)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数据可信度:确定性验证器把关 · 跨家族判官 97.9% 一致 · 全新种子确认集逐位复现 · 条目聚类敏感性无翻转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· 真实世界三个域:同一冻结方法,零调参,3/3 显著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 家族:Wikidata 真实状态链(任职 P39 / 雇主 P108 / 队籍 P54),金答案机械导出、零人工标注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600200"/>
                <a:gridCol w="1051560"/>
                <a:gridCol w="2514600"/>
                <a:gridCol w="15361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域(haiku 读者)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wt-QVF v3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任职链(test-52,208 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+38.3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82胜3负 p=3×10⁻²¹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 → 69%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雇主链(51 条,204 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+28.9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63胜4负 p=1×10⁻¹⁴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9.8% → 78%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队籍链(38 条,152 问)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+17.8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41胜14负 p=4×10⁻⁴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 → 79%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5486400" cy="2560320"/>
          </a:xfrm>
          <a:prstGeom prst="roundRect">
            <a:avLst>
              <a:gd name="adj" fmla="val 321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3977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数据谱系(可审计)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状态链与日期来自 Wikidata P580/P582 限定符(CC0)—— 金答案由代码机械导出,不经人手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参数泄漏过滤:模型裸答任一问即弃条目(低知名度实体,队籍域零弃)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opus 渲染为第一人称会话,逐字/日期验证器把关;干扰干草堆复用 STALE(CC BY)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dev/test 规程:方法在 5 条目 dev 上冻结后,test 与两个新域全程零接触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3794760"/>
            <a:ext cx="5440680" cy="2560320"/>
          </a:xfrm>
          <a:prstGeom prst="roundRect">
            <a:avLst>
              <a:gd name="adj" fmla="val 321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397764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两个判决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轨迹塌陷是直读的跨域普遍缺陷:三个域 0% / 9.8% / 0% —— 且被档案卡库系统性修复(69-79%),因为卡片库按构造保存全链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泛化被证实:方法在任职域冻结,雇主/队籍两域一行未改直接跑 —— 全部显著。「解决的领域有限」的反馈已有回应:适配域 = 真实世界普遍存在的长状态链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域间差异如实报:队籍域直读较强(时点 79%),v3 增益相应收窄至 +17.8pp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写入时档案卡库:性能与成本的双冠架构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对「token 开销太大 / DB 场景不可接受」反馈的架构级回应 —— 抽取从每次查询前移到每条记忆一次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6459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 · 一次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20665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每条记忆入库时抽取档案卡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(~21k tok/条目,随查询次数摊销)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18104" y="19933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6459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 · 每题①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20665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聚焦调用:题目 → 实体/槽位/时间语义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(~0.2k tok)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98464" y="19933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E9B84B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3368" y="16459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 · 每题②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20665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纯代码裁决:连通分量选链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区间算术 + 注记(0 token)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78824" y="19933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15087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53728" y="16459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 · 每题③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35440" y="20665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≈1.8k tok/题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3657600" cy="3154680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94360" y="43616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读取成本 vs 全文旗舰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(1.8k vs ~54k tok/题)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合成链 212 全量:80.7% vs 全文+QVF 82.1% —— 统计平(23胜26负),1/30 成本追平旗舰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200400"/>
            <a:ext cx="3657600" cy="3154680"/>
          </a:xfrm>
          <a:prstGeom prst="roundRect">
            <a:avLst>
              <a:gd name="adj" fmla="val 2609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3484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84-89%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4434840" y="43616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真实域三卷成绩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(直读价位的 token 预算)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1772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86.5 / 88.7 / 84.2 —— 全部显著胜直读与读取时 QVF(任职域 57胜8负 p=2×10⁻¹⁰)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83880" y="320040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0" y="338328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抗污染三件套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replacement 关系连通分量选链(不靠名字聚类)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槽位主导评分(关系边计数在累加型链上是反向信号 —— dev 实测教训)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聚焦禁抽象槽位(「职业发展」匹配不到任何卡)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演进记录 v1→v3 全程留档,dev/test 隔离执行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14173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死因是前提采纳,不是证据不足 —— 光修检索救不了它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与正交分解一致:补检索与补裁决两轴互不替代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这就是链补全扫描与写入时档案卡库存在的理由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检索命中率为检索层测量,与阅读器框定无关;oracle 注入对照(旧协议)确认:陷阱维证据全齐仍只有 8-24%,裁决缺口独立于检索缺口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与现有记忆系统对照:Mem0(写入时整理范式)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问);同阅读器同判官,唯一变量 = 记忆层哲学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对比我们的写入时架构: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同为写入时,档案卡库保存全链带日期、不删原文、逐字锚点可回查 ——「写入时」不是问题,「写入时丢时间线」才是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天花板在哪、每档多少钱:协议 × 档位全景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 84 题(haiku 直读与 haiku+QVF 都答错的题)+ 全量成本实测 —— 判决:残差墙 = 单遍协议墙,非数据墙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37360"/>
                <a:gridCol w="1737360"/>
                <a:gridCol w="2377440"/>
                <a:gridCol w="1947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haiku-4.5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opus-5 / fable-5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token/题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单遍直读/提示/QVF(六种配置)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0%(定义)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6-11%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6-8%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0.9-1.8k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agentic 多遍精读(考试框定)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72.6%¹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98.8% / 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8.3-13.6k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agentic · 部署框定(全仿真)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97.6%(税≈0,证据鲜明)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≈同上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657600"/>
            <a:ext cx="5486400" cy="2697480"/>
          </a:xfrm>
          <a:prstGeom prst="roundRect">
            <a:avLst>
              <a:gd name="adj" fmla="val 305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384048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工作量预算定律(agentic 对弱模型是双刃剑)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条目 ~150 句(链版):haiku agentic 83.5%,白捡 +44pp,反超流水线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条目 ~600 句(STALE-400):haiku agentic 崩到 10%,低于直读 34% —— 超出阅读预算后跳读编造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流水线 = 把超预算干草堆压进弱读者预算内的工作量管理器 —— 两者以「条目体量 vs 读者预算」为边界互补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3657600"/>
            <a:ext cx="5440680" cy="2697480"/>
          </a:xfrm>
          <a:prstGeom prst="roundRect">
            <a:avLst>
              <a:gd name="adj" fmla="val 305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10528" y="3840480"/>
            <a:ext cx="4937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经济性对照(每题实测)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 agentic:8.3-13.6k tok ≈ $0.05-0.12/题(天花板 94.7-100%,Codex GPT-5 94.7% 跨厂商同构)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 + wt-QVF:1.8k tok ≈ $0.003/题(真实域 84-89%,合成链 80.7%)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≈40 倍成本差换 ~11-15pp —— 单遍预算内逼近天花板是 QVF 的生态位;预算不敏感场景直接上前沿 agentic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haiku agentic 需小分片(3 条目/片);全部前沿数字为考试框定 + 一题一全新上下文,判官同 opus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只能持平或微损(gpt-5-mini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 agentic 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考试框定下前沿多遍读者全饱和(99-100%)→ 判别域 = 弱中档读者 / 受限上下文 / 部署态(部署税 28pp 仍普遍)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浅链(二态)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修正协议下 STALE-400 上 QVF 增益不显著(p=0.072),提示够用 —— 判别域 = 多态链 + 时点/轨迹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条件型只做到零伤害,无净胜(问题定义页明确排除)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简单维回落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写入时版在队籍域 dim1 95→79%:目录抽取覆盖不全时当前态偶发漏卡 —— 根因已定位(逐会话强制分诊),修复列队中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读者越便宜、状态链越长、问题越涉及时间、预算越受限,增益越大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本周完成与下一步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上周反馈(成本 / 领域 / 准确率 / agentic 经济性)四项全部有实验级回应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框定审计 → 协议 v2 重定标:全部旧差值作废重测,QVF 增量存活且双显著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1745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4144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68880" y="244144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问题定义(S1-S4)+ 五基准问题含量地图 —— 考场选择第一次有依据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99816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1745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9816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3099816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WikiState 真实家族 146 条目 584 问:三域全基线,泛化 3/3 显著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758184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17452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58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758184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写入时档案卡库 v3:真实域 84-89% @ 直读价位,合成链 1/30 成本追平旗舰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416552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1655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4416552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GitConfig-QA(状态与记忆文本都来自真实 git 历史)· 目录抽取覆盖率修复 · MemConflict S3 复核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074920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2730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7492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8880" y="5074920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论文动笔:问题定义 → 框定发现 → 双架构 → 真实域泛化的叙事线(素材已齐)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8064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806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把问题定义清楚(时序状态选择)、把考场搬进真实世界(Wikidata 三域 584 问)、把成本砍到直读价位(写入时档案卡库)—— 同一冻结方法三域全显著,轨迹维从 0-10% 修到 69-79%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2026-08-09T16:11:00Z</dcterms:created>
  <dcterms:modified xsi:type="dcterms:W3CDTF">2026-08-09T16:11:00Z</dcterms:modified>
</cp:coreProperties>
</file>