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743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查询条件化有效性过滤器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A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记忆过时问题的读取时裁决层 · 本周完善版汇报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5074920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0749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全部结果单 commit 可复现   </a:t>
            </a:r>
            <a:pPr indent="0" marL="0">
              <a:buNone/>
            </a:pPr>
            <a:r>
              <a:rPr lang="en-US" sz="1400" dirty="0">
                <a:solidFill>
                  <a:srgbClr val="E9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 freeze-20260805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 · 2026-08 第 1 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问题:长期记忆会过时,而系统不知道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真实数据样例(STALE 基准条目 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778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一个记忆库,50 个会话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2377440"/>
            <a:ext cx="0" cy="3291840"/>
          </a:xfrm>
          <a:prstGeom prst="line">
            <a:avLst/>
          </a:prstGeom>
          <a:noFill/>
          <a:ln w="31750">
            <a:solidFill>
              <a:srgbClr val="C4C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487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2286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2286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#13:「我住西雅图」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630168"/>
            <a:ext cx="237744" cy="237744"/>
          </a:xfrm>
          <a:prstGeom prst="ellipse">
            <a:avLst/>
          </a:prstGeom>
          <a:solidFill>
            <a:srgbClr val="C4CDE8"/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3429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D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3429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 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个无关闲聊会话(干扰)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4773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1417320" y="4572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9B84B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4572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#33:「搬到奥斯汀了」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旧记忆不会被删除 —— 它一直躺在库里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46304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对同一个库问三类问题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2295144"/>
            <a:ext cx="384048" cy="384048"/>
          </a:xfrm>
          <a:prstGeom prst="ellipse">
            <a:avLst/>
          </a:prstGeom>
          <a:solidFill>
            <a:srgbClr val="1F7A3D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2878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2240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现在住哪?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2606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需要识别更替 → 答奥斯汀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346704"/>
            <a:ext cx="384048" cy="384048"/>
          </a:xfrm>
          <a:prstGeom prst="ellipse">
            <a:avLst/>
          </a:prstGeom>
          <a:solidFill>
            <a:srgbClr val="B3400E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33938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3291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既然住西雅图,推荐社区资源?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3657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题目预设过时状态 → 需要反驳(陷阱)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9400" y="43982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39094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43434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住过哪些城市 / 4 月时住哪?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47091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旧状态是答案的一部分 → 不能删!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29400" y="5440680"/>
            <a:ext cx="480060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54406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 = 记忆 × 问题 共同决定 —— 这就是「查询条件化」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为什么难:换强模型、写提示词都不解决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对直读失败做逐题定量解剖(错误机制分类学)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点时刻错误中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「区间推理拒绝」占比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状态摆在眼前,模型拒绝做日期推理,答「无信息」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53712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「前提采纳」占比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顺着题目预设的过时值说(谄媚性)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7304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47304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75904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「链截断」占比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21624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漏掉最早 / 中间状态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11183112" cy="2103120"/>
          </a:xfrm>
          <a:prstGeom prst="roundRect">
            <a:avLst>
              <a:gd name="adj" fmla="val 391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两组关键对照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陷阱免疫买不来: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前提陷阱维 haiku 3/55 · sonnet-5 5/55 · gpt-5 5/55 —— 任何档位直读都塌方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提示词三段实验: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一句话提醒 +3.8pp(小益);把完整有效性标注写进提示但不删除 → 崩到 14.6%(最差)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裁决必须「物理地」发生(真删除、真计算),不能停留在「告诉模型」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QVF:五段流水线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设计原则:LLM 只做语义感知,所有决策是约 150 行可审计的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 top-10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(最优配置:全上下文)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98648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8376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· LLM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990088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→ 结构化档案卡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逐字锚点 · 物种标签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01768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94376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53A7A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04104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 · 代码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85816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删过时 / 算区间 / 拼轨迹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按问题类型分路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97496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90104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99832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投喂 · 减法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781544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只删被证实过时的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其余全保留 + 注记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93224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85832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195560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177272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普通模型正常答题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429000"/>
            <a:ext cx="585216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档案卡(抽取输出)示例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0233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槽位: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居住城市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Austin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原文锚点: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“settling into my new place in Austin”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(必须逐字,防幻觉 —— 代码可核对)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replacement → 指向「西雅图」那条记录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3429000"/>
            <a:ext cx="507492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失效四物种(处理方式完全不同)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4041648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04164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863840" y="40416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搬家 → 删旧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0" y="46085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460857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863840" y="4608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说法打架、无更新语言 → 并呈+佐证计数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5175504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517550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863840" y="517550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「不健身了」→ 声明即答案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0" y="5742432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57424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863840" y="5742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上班咖啡/周末茶 → 共存,永不互删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一个问题的完整生命周期(历史路)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「2025 年 4 月 10 日那天,我在吃什么?」 真实答案:生酮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315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0" y="141732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命中「地中海(6月)」「纯素(11月)」;但「生酮(1月)」漏网 —— “started keto” 不含「饮食」一词,向量认不出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92808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4269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27685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+ 范围门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276856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档案卡两张;题面含具体日期 → 代码强制走历史路(不信 LLM 的范围分类)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52344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22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13639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链组装 + 补全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91840" y="3136392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发现问的日期早于全部已知状态 → 三种补全扫描(值线索反查 / 同会话邻座轮 / 日期窗口语义识别)→ 找回「生酮 01-14」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E9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6176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9959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区间算术(纯代码)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91840" y="3995928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 日期 ≤ 04-10 的状态 = 生酮 ✓  —— 一行循环,可单元测试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471416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92130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8554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注记投喂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91840" y="4855464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「于 2025-04-10,饮食方案为生酮(录于01-14,至06-02未变)。这就是答案,不得声称该日期无信息」—— 命令式是实验定的:软化版被证伪 −6pp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330952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7881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78083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571500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阅读器作答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291840" y="571500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「你那天在吃生酮」 ✓   (若问「现在吃什么」则走另一条手术路:删掉生酮与地中海轮)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同一系统,问当前态时走另一条路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「我现在的饮食方案是什么?」 —— 裁决分支按优先级(全部是代码)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不可变槽位?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95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生日/兄弟数(正则表)→ 永不「取最新」,并呈 + 佐证计数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终止声明?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823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删被终止状态,保留声明本身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 个不同条件?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共存不删,注明「按问题所问的条件作答」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矛盾对(无更新语言)?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823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全量投喂给专用矛盾阅读器 ——「近因不是证据」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替换对 → 删旧轮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先过时间检查:被删轮必须严格早于替换轮(维基差分实测:缺这行 100%→74%)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题面引用旧值?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2823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追加反驳注记:「题目预设的生酮已过时,现为纯素」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48640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486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减法原则的数学性质: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只删被证实过时的 → 若旧状态未被检索到,QVF 什么都不动 —— 结构上不可能伤害已答对的题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代码结构与本周工作流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github.com/jeremyz12/qvf_withcontroller @ freeze-20260805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58795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关键内容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qvf/engine_bridge.py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抽取契约(心脏)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档案卡 schema + 11 条规则提示词;矛盾阅读器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scripts/run_decisive_stale.py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裁决层 + 运行器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run_minimal_rules():~150 行裁决;30+ 实验臂注册表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qvf/retrieval.py · judge.py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/ 判官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双后端稠密检索;LongMemEval 官方判分协议(盲审 κ=0.979)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eval/(7 个加载器)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基准归一化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七个数据集 → 统一接口,运行器无感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scripts/gen_stale_chain.py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自建基准生成器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生成 + 确定性验证器(逐字/日期递增/值互异)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617720"/>
            <a:ext cx="11183112" cy="1783080"/>
          </a:xfrm>
          <a:prstGeom prst="roundRect">
            <a:avLst>
              <a:gd name="adj" fmla="val 461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本周实际运转的科研循环(证伪驱动)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51937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失败法证(逐题解剖)→ 提出规则 → dev 配对检验 → 过线才留、不过就地证伪留注释 → 新鲜切片确认 → 冻结版全量重跑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6509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条候选被证伪(MMR、软注记、死路升级…)   </a:t>
            </a:r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 dev 假象被新鲜切片拦截 —— 全部公开在 README 注册表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为什么有用 ①:六组显著净胜,横跨五个基准、两家提供商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冻结版数字;配对符号检验(同题两臂,只数分歧题)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468880"/>
                <a:gridCol w="49651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 × 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 → 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配对判决(差值)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 · gpt(1200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24.7% → 38.8%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169 题(206胜37负, p=6×10⁻³⁰)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 · haiku(1200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27.9% → 32.7%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57 题(113胜56负, p=7×10⁻⁶)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 · haiku(212 问)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 → 59.2%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42 题(44胜2负, p=1.5×10⁻¹¹)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 · gpt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 → 52.8%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20 题(32胜12负, p=0.0018)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原文(外部公开)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30.0% → 36.7%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13 题(16胜3负, p=0.0022)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干净(外部公开)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95.0% → 99.5%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9 题(9胜0负, p=0.002)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9204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50292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97.9%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58704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跨家族判官一致率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(gpt-5-mini 复判 424 行)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063240" y="523036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换判官后主结果 48胜2负 复现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不是自家判官的偏爱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489204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5029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0/50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6400800" y="58704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同种子重跑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判分翻转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0" y="523036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规则层完全确定,可单元测试;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聚合准确率逐位复现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为什么有用 ②:比换强模型、写提示词都划算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 held-out 212 问,同题同判官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737360"/>
                <a:gridCol w="1463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+时效提示词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haiku(最便宜)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gpt-5-mini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52.8%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sonnet-5(强)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(不叠加)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63040"/>
            <a:ext cx="3913632" cy="2148840"/>
          </a:xfrm>
          <a:prstGeom prst="roundRect">
            <a:avLst>
              <a:gd name="adj" fmla="val 383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0" y="1664208"/>
            <a:ext cx="3730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+20pp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863840" y="2505456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一次买到的提升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01000" y="3063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模型每升一档 +4pp · 提示词 +3pp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3886200"/>
            <a:ext cx="1118311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配对判决(差值写法)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4498848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haiku+QVF vs sonnet 直读: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QVF 多胜 26 题(33胜7负, p=2×10⁻⁵)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haiku+QVF vs sonnet+提示词: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QVF 多胜 19 题(28胜9负, p=0.0013)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等成本对照(STALE 315 题):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gpt-5-mini+QVF 34.9% @ $0.018/题 &gt; gpt-5 直读 33.7% @ $0.021 —— 更准且更便宜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为什么有用 ③:长上下文治不了时效,反而加重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本周最重要的机制发现:上下文量与有效性裁决是两条正交轴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08760"/>
                <a:gridCol w="1691640"/>
                <a:gridCol w="1508760"/>
                <a:gridCol w="1417320"/>
                <a:gridCol w="17647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配置(各维 53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top-10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 + QVF 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94760"/>
            <a:ext cx="722376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023360"/>
            <a:ext cx="6720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塞全部记忆: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治好「没读到」(轨迹 21→48),却放大「读到但用错」—— 过时状态全摆眼前:陷阱 11→6、点时刻 15→9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恰好治后者: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两轴叠加 39.6% → 78.3%,接近翻倍(vs 全上下文直读:QVF 多胜 53 题,56胜3负,p=6×10⁻¹⁴)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注: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78.3% 为开发期配置上限,新种子确认集进行中(评审要求)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01000" y="3794760"/>
            <a:ext cx="3685032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92440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78.3%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092440" y="49560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全上下文 + 裁决(组合配置)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 39.6% → 接近翻倍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与现有记忆系统对照:Mem0(写入时范式)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20 条链条目 80 问、同阅读器同判官;唯一变量 = 记忆层哲学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28016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维度(各 20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少胜 2 题(n 小,视为持平)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2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7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8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+18.8pp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17320"/>
            <a:ext cx="3319272" cy="2651760"/>
          </a:xfrm>
          <a:prstGeom prst="roundRect">
            <a:avLst>
              <a:gd name="adj" fmla="val 310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600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它的设计目标它确实最强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49640" y="2103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当前态 0.85 全场最佳 —— 论文如实写;时序三维是它结构上没有的机制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4206240"/>
            <a:ext cx="11183112" cy="2148840"/>
          </a:xfrm>
          <a:prstGeom prst="roundRect">
            <a:avLst>
              <a:gd name="adj" fmla="val 3830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死因解剖(比输赢更有价值)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800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 Mem0 根本不删旧记忆: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 UPDATE/DELETE,纯 ADD,记忆反而膨胀 1.4×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真正死因 = 时间线腐蚀: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开源版不支持会话时间戳,「昨天买了手机」按摄入当天解析 → 2025 年的事变成 2026 年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「把记忆变干净」≠「把时间变可信」—— 时效需要读取时按题裁决,正是我们的核心主张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边界与副作用(全部实验确认,如实报告)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知道它哪里没用,和知道它哪里有用同样重要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饱和区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463040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状态干净 + 干扰少时,现代模型自己能到 95-100% → 此处装 QVF 只能持平或微损(gpt 干净版 0胜10负)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0428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强阅读器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304288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RAG 上 sonnet+QVF ≈ sonnet 直读 → 价值是「便宜模型追平贵模型」,不是叠加在贵模型上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45536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4553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非时序冲突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145536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错误信息型 / 条件型只做到零伤害,无净胜(它们的本质不是时间)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8678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986784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token ×3-11、延迟 ×2-3;条件调用门可省 62%(未套用新基准)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82803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8280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弱阅读器复杂度税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828032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新增裁决路在 haiku 栈 T1 −4pp(gpt 栈零伤害)→ 部署按阅读器档位裁剪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760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一句话定位:QVF 不是处处该装的组件,而是有量化开关条件的组件 —— 阅读器越便宜、状态埋得越深、问题越涉及时间,增益越大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下周计划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按两轮模拟评审的修订路线图(结论:sound with revisions;三项阻塞已完成 2 项)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783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写入时基线(Mem0 实测);冻结版单 commit 全量重跑(1.8 万判分行)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963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4963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 新种子确认集 + oblique split —— 78.3% 的确认版数字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95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2095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等预算结构化提示对照(timeline-CoT)—— 补齐「必须确定性裁决」的最后一格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922776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2277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92277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统计整改(条目级聚类为主统计量、单侧标注、Holm 校正)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3600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36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46360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按「问题主张」重构写作,论文动笔(素材已齐)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57784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577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本周一句话: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QVF 从单基准原型 → 五基准双提供商显著、带自建基准、带机制解释、带诚实边界、经两轮模拟评审、单 commit 可复现的论文级系统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2026-08-05T12:19:02Z</dcterms:created>
  <dcterms:modified xsi:type="dcterms:W3CDTF">2026-08-05T12:19:02Z</dcterms:modified>
</cp:coreProperties>
</file>