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查询条件化有效性过滤器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A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记忆过时问题的读取时裁决层 · 本周完善版汇报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074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全部结果单 commit 可复现   </a:t>
            </a:r>
            <a:pPr indent="0" marL="0">
              <a:buNone/>
            </a:pPr>
            <a:r>
              <a:rPr lang="en-US" sz="1400" dirty="0">
                <a:solidFill>
                  <a:srgbClr val="E9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 freeze-20260805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· 2026-08 第 1 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问题:长期记忆会过时,而系统不知道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真实数据样例(STALE 基准条目 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一个记忆库,50 个会话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0" cy="3291840"/>
          </a:xfrm>
          <a:prstGeom prst="line">
            <a:avLst/>
          </a:prstGeom>
          <a:noFill/>
          <a:ln w="31750">
            <a:solidFill>
              <a:srgbClr val="C4C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487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286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286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#13:「我住西雅图」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630168"/>
            <a:ext cx="237744" cy="237744"/>
          </a:xfrm>
          <a:prstGeom prst="ellipse">
            <a:avLst/>
          </a:prstGeom>
          <a:solidFill>
            <a:srgbClr val="C4CDE8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3429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D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429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 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个无关闲聊会话(干扰)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73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7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9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4572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#33:「搬到奥斯汀了」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旧记忆不会被删除 —— 它一直躺在库里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对同一个库问三类问题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295144"/>
            <a:ext cx="384048" cy="384048"/>
          </a:xfrm>
          <a:prstGeom prst="ellipse">
            <a:avLst/>
          </a:prstGeom>
          <a:solidFill>
            <a:srgbClr val="1F7A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2878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现在住哪?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需要识别更替 → 答奥斯汀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46704"/>
            <a:ext cx="384048" cy="384048"/>
          </a:xfrm>
          <a:prstGeom prst="ellipse">
            <a:avLst/>
          </a:prstGeom>
          <a:solidFill>
            <a:srgbClr val="B3400E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3393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既然住西雅图,推荐社区资源?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题目预设过时状态 → 需要反驳(陷阱)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3909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住过哪些城市 / 4 月时住哪?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旧状态是答案的一部分 → 不能删!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4406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5440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有效性不是记忆自身的属性 —— 同一条记忆,换个问题就翻转(「查询条件化」)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为什么难:换强模型、写提示词都不解决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对直读失败做逐题定量解剖(错误机制分类学)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「区间推理拒绝」占比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状态摆在眼前,模型拒绝做日期推理,答「无信息」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「前提采纳」占比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顺着题目预设的过时值说(谄媚性)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7304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「链截断」占比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漏掉最早 / 中间状态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83112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两组关键对照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陷阱免疫买不来: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前提陷阱维(STALE 等成本套件 55 题/模型):haiku 3/55 · sonnet-5 5/55 · gpt-5 5/55 —— 任何档位直读都塌方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提示词三段实验: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(STALE-Chain 212 问)一句话提醒 +3.8pp;完整有效性标注写进提示但不删除 → 崩到 14.6%(最差)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裁决必须「物理地」发生(真删除、真计算),不能停留在「告诉模型」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QVF:五段流水线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设计原则:LLM 只做语义感知,所有决策是约 150 行可审计的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top-10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(最优配置:全上下文)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LLM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90088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→ 结构化档案卡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逐字锚点 · 物种标签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94376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53A7A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04104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· 代码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85816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删过时 / 算区间 / 拼轨迹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按问题类型分路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749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9832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投喂 · 减法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1544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只删被证实过时的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其余全保留 + 注记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93224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85832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95560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7272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普通模型正常答题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585216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档案卡(抽取输出)示例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居住城市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Austin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原文锚点: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“settling into my new place in Austin”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(必须逐字,防幻觉 —— 代码可核对)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replacement → 指向「西雅图」那条记录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3429000"/>
            <a:ext cx="50749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失效四物种(处理方式完全不同)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404164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0416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86384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 → 删旧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46085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63840" y="4608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说法打架、无更新语言 → 并呈+佐证计数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517550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51755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863840" y="51755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「不健身了」→ 声明即答案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5742432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5742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863840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上班咖啡/周末茶 → 共存,永不互删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一个问题的完整生命周期(历史路)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「2025 年 4 月 10 日那天,我在吃什么?」 真实答案:生酮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315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命中「地中海(6月)」「纯素(11月)」;但「生酮(1月)」漏网 —— “started keto” 不含「饮食」一词,向量认不出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426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+ 范围门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档案卡两张;题面含具体日期 → 代码强制走历史路(不信 LLM 的范围分类)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22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363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链组装 + 补全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91840" y="313639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发现问的日期早于全部已知状态 → 三种补全扫描(值线索反查 / 同会话邻座轮 / 日期窗口语义识别)→ 找回「生酮 01-14」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E9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176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959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区间算术(纯代码)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99592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日期 ≤ 04-10 的状态 = 生酮 ✓  —— 一行循环,可单元测试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2130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8554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注记投喂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4855464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「于 2025-04-10,饮食方案为生酮(录于01-14,至06-02未变)。这就是答案,不得声称该日期无信息」—— 命令式是实验定的:软化版被证伪 −6pp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30952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788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808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150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571500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「你那天在吃生酮」 ✓   (若问「现在吃什么」则走另一条手术路:删掉生酮与地中海轮)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同一系统,问当前态时走另一条路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「我现在的饮食方案是什么?」 —— 裁决分支按优先级(全部是代码)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不可变槽位?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生日/兄弟数(正则表)→ 永不「取最新」,并呈 + 佐证计数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终止声明?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删被终止状态,保留声明本身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个不同条件?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共存不删,注明「按问题所问的条件作答」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矛盾对(无更新语言)?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全量投喂给专用矛盾阅读器 ——「近因不是证据」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替换对 → 删旧轮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先过时间检查:被删轮必须严格早于替换轮(维基差分实测:缺这行 100%→74%)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题面引用旧值?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追加反驳注记:「题目预设的生酮已过时,现为纯素」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减法原则的数学性质: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只删被证实过时的 → 若旧状态未被检索到,QVF 什么都不动 —— 结构上不可能伤害已答对的题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代码结构与本周工作流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github.com/jeremyz12/qvf_withcontroller @ freeze-20260805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58795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qvf/engine_bridge.py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抽取契约(心脏)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档案卡 schema + 11 条规则提示词;矛盾阅读器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scripts/run_decisive_stale.py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裁决层 + 运行器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run_minimal_rules():~150 行裁决;30+ 实验臂注册表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qvf/retrieval.py · judge.py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/ 判官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双后端稠密检索;LongMemEval 官方判分协议(盲审 κ=0.979)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eval/(7 个加载器)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基准归一化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七个数据集 → 统一接口,运行器无感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scripts/gen_stale_chain.py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自建基准生成器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生成 + 确定性验证器(逐字/日期递增/值互异)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17720"/>
            <a:ext cx="11183112" cy="1783080"/>
          </a:xfrm>
          <a:prstGeom prst="roundRect">
            <a:avLst>
              <a:gd name="adj" fmla="val 461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本周实际运转的科研循环(证伪驱动)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51937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失败法证(逐题解剖)→ 提出规则 → dev 配对检验 → 过线才留、不过就地证伪留注释 → 新鲜切片确认 → 冻结版全量重跑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条候选被证伪(MMR、软注记、死路升级…)   </a:t>
            </a:r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 dev 假象被新鲜切片拦截 —— 全部公开在 README 注册表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评测设置:七个数据集 × 两套模型栈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配对协议:同一道题,直读与 +QVF 各答一次,判官统一(claude-opus,人工盲审 κ=0.979)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75488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在本工作中的角色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STALE-400(公开, CC BY)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条目×3 问;50 会话干草堆藏新旧状态对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主基准(1200 题全量,双栈)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STALE-Chain(自建扩展)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2 态对扩为 3-5 态演化链,四个探测维(当前/陷阱/点时刻/轨迹);60 生成 53 过确定性验证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深度裁决能力主战场;53 条「留出集」= 从未参与开发调试的题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TempReason(ACL 2023,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真实维基人物时序状态问答;自带干净/原文两种证据形态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外部有效性主证 + 正交性消融轴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HoH(ACL 2025,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真实维基编辑差分:当前版 + 过时版各带时间戳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删除时间检查的消融证明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/ LoCoMo(公开)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社区标准的助手记忆基准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与竞品同场 + 无害性对照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MemConflict(公开)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 / 错误信息 / 条件共存三种冲突分层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方法边界的精确地图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0352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3035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为什么自建 STALE-Chain: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原版 STALE 每题只有 A/B 两个候选状态(二选一,测不了日期区间与链式推理)。扩展后:多态链 + 点时刻/轨迹两个新维度;生成用 opus、判分 opus 但经跨家族判官复核(97.9% 一致)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主线结果:同一批 212 问,七种配置的阶梯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以下每个数字都来自 STALE-Chain 留出集的同一批题、同一判官 —— 只有「配置」在变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828800"/>
                <a:gridCol w="5056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配置(阅读器 + 处理)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与上一级的差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直读(top-10)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时效提示词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+3.8pp(提示词的全部作用)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gpt-5-mini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换更强模型 ≈ 提示词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再升一档 +3.8pp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强模型+提示词的上限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最便宜模型+过滤器,反超以上全部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 + 全上下文(组合)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开发期上限(确认集进行中)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98348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138928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配对判决(同题逐一对比):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 直读:QVF 多胜 26 题(33胜7负, p=2×10⁻⁵) · vs sonnet+提示词:多胜 19 题(28胜9负, p=0.0013) · vs haiku 直读:多胜 42 题(44胜2负, p=1.5×10⁻¹¹)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读法:模型升档每级约 +4pp,提示词 +3pp;QVF 一次 +20pp —— 在这类失效上,买算力是慢车道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泛化:同一套代码在其余基准上的 20 格总表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全部出自 freeze-20260805 单 commit;统一口径:基准(题数)· 栈;配对符号检验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926080"/>
                <a:gridCol w="423367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显著净胜(8 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→ 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 → 38.8%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169 题, p=6×10⁻³⁰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27.9% → 32.7%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57 题, p=7×10⁻⁶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STALE-Chain(212)· haiku /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39.6→59.2% / 43.4→52.8%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多胜 42 题 / 多胜 20 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原文(200)·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30.2% → 36.7%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13 题, p=0.0022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干净(200)·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94.9% → 99.5%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9 题(9胜0负)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95.0% → 98.0%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6 题(6胜0负)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时间推理(133)·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47.4% → 59.4%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 题, p=0.0057(社区标准基准)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格显著负(如实报):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TempReason 干净(200)· gpt:直读已 100% 满分,装 QVF 掉到 95%(0胜10负)—— 饱和区不该装,边界律的最干净量化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11 格:统计中性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/ LoCoMo / LME-KU 等 —— 无任何显著伤害;「哪里平」与「哪里赢」一样是发现(适用边界)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机制:长上下文治不了时效,反而加重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仍是主线那批 STALE-Chain 212 问 —— 上下文量与有效性裁决是两条正交轴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08760"/>
                <a:gridCol w="1691640"/>
                <a:gridCol w="1508760"/>
                <a:gridCol w="1417320"/>
                <a:gridCol w="17647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配置(各维 53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top-10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 + QVF 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722376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023360"/>
            <a:ext cx="6720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塞全部记忆: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治好「没读到」(轨迹 21→48),却放大「读到但用错」—— 过时状态全摆眼前:陷阱 11→6、点时刻 15→9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恰好治后者: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两轴叠加 39.6% → 78.3%,接近翻倍(vs 全上下文直读:QVF 多胜 53 题,56胜3负,p=6×10⁻¹⁴)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78.3% 为开发期配置上限,新种子确认集进行中(评审要求)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01000" y="3794760"/>
            <a:ext cx="3685032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全上下文 + 裁决(组合配置)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 39.6% → 接近翻倍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与现有记忆系统对照:Mem0(写入时范式)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= STALE-Chain 留出集前 20 条(80 问,四维各 20);同阅读器同判官,唯一变量 = 记忆层哲学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维度(各 20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少胜 2 题(n 小,视为持平)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7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8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+18.8pp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319272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它的设计目标它确实最强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 0.85 全场最佳 —— 论文如实写;时序三维是它结构上没有的机制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死因解剖(比输赢更有价值)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 Mem0 根本不删旧记忆: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UPDATE/DELETE,纯 ADD,记忆反而膨胀 1.4×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真正死因 = 时间线腐蚀: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开源版不支持会话时间戳,「昨天买了手机」按摄入当天解析 → 2025 年的事变成 2026 年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「把记忆变干净」≠「把时间变可信」—— 时效需要读取时按题裁决,正是我们的核心主张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边界与副作用(全部实验确认,如实报告)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知道它哪里没用,和知道它哪里有用同样重要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状态干净 + 干扰少时,现代模型自己能到 95-100% → 此处装 QVF 只能持平或微损(gpt 干净版 0胜10负)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04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强阅读器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RAG 上 sonnet+QVF ≈ sonnet 直读 → 价值是「便宜模型追平贵模型」,不是叠加在贵模型上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455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非时序冲突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45536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错误信息型 / 条件型只做到零伤害,无净胜(它们的本质不是时间)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986784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token ×3-11、延迟 ×2-3;条件调用门可省 62%(未套用新基准)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28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弱阅读器复杂度税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新增裁决路在 haiku 栈 T1 −4pp(gpt 栈零伤害)→ 部署按阅读器档位裁剪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一句话定位:QVF 不是处处该装的组件,而是有量化开关条件的组件 —— 阅读器越便宜、状态埋得越深、问题越涉及时间,增益越大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站在谁的肩膀上:论文关系图谱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篇文献逐一核实(映射文档见 study_logs);三条谱系 + 一条证伪线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" dist="508" dir="5400000">
              <a:srgbClr val="6A708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907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查询条件化裁决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方法借鉴(把他们的做法搬进流水线)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60604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Condition · EMNLP'24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「LLM 抽取 + 代码求解」架构同构 → 裁决层设计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真值发现 CRH · SIGMOD'14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来源佐证加权 → 矛盾路的佐证计数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doc2query / HyDE / IRCoT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查询扩展与迭代检索 → 三种补全扫描的系谱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Context-faithful / Chain-of-Note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证据措辞研究 → 注记语气的设计与消融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LongMemEval 判分协议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官方分型判分 → 我们的判官实现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结果依据(以他们的发现为前提拓展)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9788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 · 基准本体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T1/T2 结构 + 干扰会话 → 扩展成 STALE-Chain(多态链)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CONFLICTS(DRAGged)· Google'25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冲突须先分型再施策 → 变更语言检查、按型分发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ConflictBank · NeurIPS'24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时序≠错误信息 → 不可变槽位表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Chameleon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连贯的错误信息会赢 → 「永不让阅读器裁决」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Safety-Tuned LLaMAs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全局警示过度泛化 → 解释注记臂 14.6% 崩盘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实测对比 + 证伪线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189720" y="1700784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54312" y="1755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Mem0(写入时范式)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实测:时间线腐蚀,时序维塌方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2633472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268833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模型缩放 / 提示词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实测:四格矩阵,慢车道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89720" y="3566160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4312" y="36210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三分层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实测:方法边界地图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89720" y="4498848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455371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· SIGIR'98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移植后被配对检验证伪(0胜4负)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5431536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4312" y="548640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下周补测(评审要求)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借鉴不等于照搬:每一条移植都经过配对检验,过线才留 —— 文献清单第一名(MMR)也被否了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按两轮模拟评审的修订路线图(结论:sound with revisions;三项阻塞已完成 2 项)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写入时基线(Mem0 实测);冻结版单 commit 全量重跑(1.8 万判分行)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96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4963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新种子确认集 + oblique split —— 78.3% 的确认版数字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2095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等预算结构化提示对照(timeline-CoT)—— 补齐「必须确定性裁决」的最后一格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227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9227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统计整改(条目级聚类为主统计量、单侧标注、Holm 校正)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6360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按「问题主张」重构写作,论文动笔(素材已齐)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QVF 从单基准原型 → 五基准双提供商显著、带自建基准、带机制解释、带诚实边界、经两轮模拟评审、单 commit 可复现的论文级系统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2026-08-05T14:12:02Z</dcterms:created>
  <dcterms:modified xsi:type="dcterms:W3CDTF">2026-08-05T14:12:02Z</dcterms:modified>
</cp:coreProperties>
</file>