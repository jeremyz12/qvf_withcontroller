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96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191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 30 秒:今天讲我们发明了什么、证据是什么、边界在哪、还差什么。一句话:记忆的有效性是(记忆,问题)的函数,我们把它做成了架构和基准。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讲现象用搬家例子;强调整库塞入陷阱塌 49 那句——看得越多信错越多,这是后面一切的动机。定义要念全:四类+排除项。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这一页就是『自建考场自证需求』质疑的正面回答。重点讲剂量-反应:增益跟含量走,含量 0 增益 0——这条曲线在别人家考卷上,我们控制不了。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面板从上往下扫一遍即可,停在两个地方:在售系统低于直读;四档模型轨迹全零。最后一行 86.5@1.8k 只报一句,细节后面讲。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本页是论文的『规律』贡献。讲完四格表就讲落位:五卷成立两卷失效全按预测——预测失效比处处成立更能证明你懂机制。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流程五格 30 秒;重点讲右下角:轨迹为什么只有建卡能修——这是发明的技术核心。左下角回应『为什么不做成一条路』。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这一页把『考场可信吗』一次性打包回答:五防线+审计 CLEAN。两个方法学发现是独立贡献,评审要是揪评测,反而进了我们的主场。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表格只停三处:雇主 91.7、任职 74.7(主动说这是分派错误拖累,问题页有根因)、token 列(主动说贵,后面有账)。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七行表 = 五卷成立两卷不成立。最有力的一句:sonnet 在两张合成卷上输分模式一模一样(陷阱都是 47%)——贵模型缺的不是理解,是记账。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右边三条隔离证据是审稿人视角的贡献分解——每条主张单独有对照。左上互跑注意认账:它的组装在它的考场确有贡献(70&lt;82),我们如实说。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这一页放慢讲。每项按根因→代价→修法念——三项都已定位到根因且修复在进行,这是工程节奏页,不是道歉页。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 30 秒:两句立场句念慢一点,然后下一步三项。全场叙事:发明了什么→证据→边界→修复节奏。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这页平时不讲,被问『数据哪来的』时切过来。杀手锏是现场开 Wikidata 原页对照——公开数据+机械导出=没有造假空间。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查询条件化的记忆有效性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8680" y="2286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QVF:按问题选状态的记忆架构 + </a:t>
            </a:r>
            <a:r>
              <a:rPr lang="en-US" sz="2000" dirty="0" err="1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能干净测量它的真实基准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3200400"/>
            <a:ext cx="10515600" cy="1554480"/>
          </a:xfrm>
          <a:prstGeom prst="roundRect">
            <a:avLst>
              <a:gd name="adj" fmla="val 5882"/>
            </a:avLst>
          </a:prstGeom>
          <a:solidFill>
            <a:srgbClr val="27306E"/>
          </a:solidFill>
          <a:ln w="12700">
            <a:solidFill>
              <a:srgbClr val="3A43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097280" y="3310128"/>
            <a:ext cx="100584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核心主张:</a:t>
            </a: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记忆过没过时,不是记忆自己的属性,而是(记忆,问题)这一对的函数——『我住哪』要最新值,『2022 年我住哪』要历史值,『我搬过几次家』要全部值。已有系统要么丢时间线,要么一刀切取最新;我们把『按问题选状态』做成架构。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89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 · v4.1(2026-08-13 复测)· github.com/jeremyz12/qvf_withcontroller · 全数字可指到归档文件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现象与定义:错误不是『忘了』,是『记得太多、选错版本』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正式名称:时序状态选择 —— 同一件事随时间有多个值,按问题的时间语义选对那一个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394960" cy="2743200"/>
          </a:xfrm>
          <a:prstGeom prst="roundRect">
            <a:avLst>
              <a:gd name="adj" fmla="val 3000"/>
            </a:avLst>
          </a:prstGeom>
          <a:solidFill>
            <a:srgbClr val="FDECEA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49808" y="1554480"/>
            <a:ext cx="4892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现象(真实失败模式)
</a:t>
            </a: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2019 年说住悉尼,2021 年说搬去墨尔本,2023 年说搬去布里斯班。今天问『推荐我家附近的餐厅』——
直读助手会以相当概率推荐旧城市的餐厅:三个地址都在记忆里,它选错了版本。历史越厚,错得越多(旧值干扰实测:整库塞入后陷阱题反塌到 49%)。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425196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49808" y="4434840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边界同样正式定义(排除项)
</a:t>
            </a: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不做:错误信息更正、条件共存(『工作日住 A 周末住 B』)、观点漂移。只做状态被时间替换这一类——问题窄,但每个长期记忆产品都躲不开。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371600"/>
          <a:ext cx="5532120" cy="283464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四个子问题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例题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要的是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问现在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我现在住哪?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最新有效值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问过去某天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2022 年我住哪?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按日期定位历史值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问变化全程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我搬过几次家,顺序?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全链找齐+排序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纠过时前提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既然我住墨尔本,推荐餐厅(其实已搬走)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先纠正前提再答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99632" y="4572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四类合起来覆盖『状态会过时』场景的绝大多数问法——这是问题定义,也是后面裁决规则的分派依据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需求是真的,不是我们发明的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三层证据:剂量-反应曲线 · 社区背书 · 别人家考卷上的成绩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3112" cy="1499616"/>
          </a:xfrm>
          <a:prstGeom prst="roundRect">
            <a:avLst>
              <a:gd name="adj" fmla="val 548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26517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剂量-反应曲线(最硬)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0" y="1490472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先给五个公开基准逐题分类,量出『时序状态选择』问题的含量:LoCoMo 对抗集 0% · LME 时间推理 45% · 自建 100%。增益随含量单调上升:含量 0 → 增益 0;LoCoMo 时间类 +5.3;深链卷 +25.8。编造的需求,画不出别人家考卷上的系统性曲线。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3081528"/>
            <a:ext cx="11183112" cy="1499616"/>
          </a:xfrm>
          <a:prstGeom prst="roundRect">
            <a:avLst>
              <a:gd name="adj" fmla="val 548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31520" y="3172968"/>
            <a:ext cx="26517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社区背书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31546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Mem0 论文自认『时间类』是它最弱类(55.5);LongMemEval 原生就设『知识更新』题类——社区早已把『状态会过时』列为考核项;半年内三篇独立团队近邻论文涌现(含 COLM 2026)。三个互不相识的团队扑向同一问题。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4745736"/>
            <a:ext cx="11183112" cy="1499616"/>
          </a:xfrm>
          <a:prstGeom prst="roundRect">
            <a:avLst>
              <a:gd name="adj" fmla="val 548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31520" y="4837176"/>
            <a:ext cx="26517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公开考场实绩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4818888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凡含这类问题的公开考场都赢:LoCoMo 完整 1986 题 69.4→72.2 统计显著(时间类 +5.3,恰好打在 Mem0 自认最弱的格上);LongMemEval 知识更新 78.2→87.2、时间推理负转正 +12.8;STALE 全量 41.0→52.3。表现平的只有含量为 0 的考场——预期,不是失败。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现有方法全线失败(13 法同卷,WikiState 任职链)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同判官 · 同呈现方式 · haiku 读者除注明;n=228 问除行内注明;token 为每题均值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83112" cy="4224528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问变化全程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token/题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模型裸答(不看记忆)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≈0%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—(防背题构造保证)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Graphiti(Zep 开源核,20 条目子集)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2.5%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建图 +7.9 分钟/条目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Mem0(在售,默认栈,20 条目子集)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20.0%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记忆还膨胀 1.4 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关键词检索直读(BM25)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21.5%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~0.9k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四档模型直读(gpt-mini→haiku→sonnet→opus)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38→57%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全部 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0.9-1.5k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LangMem(20 条目子集)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51.2%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A70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—(未记账)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增量摘要画像(ChatGPT 式)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54.4%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42%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摊销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裁决规则写成提示词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57.9%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~1.2k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整库全塞给模型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66.7%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77%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~15k,陷阱塌到 49%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档案卡路径(test-52,208 问)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86.5%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69%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1.8k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502920" y="5760720"/>
            <a:ext cx="11183112" cy="731520"/>
          </a:xfrm>
          <a:prstGeom prst="roundRect">
            <a:avLst>
              <a:gd name="adj" fmla="val 11250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77240" y="57607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两条读法:</a:t>
            </a: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①三个在售记忆系统没有一个显著胜过『什么都不装』的直读(2.5/20.0/51.2 对 48.6)——装了不赚,两个反而大幅更差;②模型从便宜换到最贵爬 20 分,『问变化全程』纹丝不动是 0 —— 这 20 分买不来的维度,就是我们要解决的东西。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失败的共同根源:两种难度,对不同的药起反应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增益跟难度类型走,不跟考场名字走(『时间推理』考的其实是时间算术)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749040" cy="3200400"/>
          </a:xfrm>
          <a:prstGeom prst="roundRect">
            <a:avLst>
              <a:gd name="adj" fmla="val 2571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49808" y="155448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两种难度的定义
</a:t>
            </a: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记账型(深时序):同一件事 ≥3 个历史值散在长对话各处——难在找齐、排序、按题选取。机械、量大、要求零遗漏。
理解·运算型(浅时序/时间算术):状态只有一两个,或要算时长、跨会话数数——难在从嘈杂闲聊里读懂、算对。
</a:t>
            </a:r>
            <a:r>
              <a:rPr lang="en-US" sz="1100" i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类比:计算器让 17 位乘法瞬间完成,却帮不了认手写字。我们造的是记忆领域的计算器。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1371600"/>
          <a:ext cx="7159752" cy="28803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3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2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每格都是实测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换更贵的模型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 QVF 架构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记账型难度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(WikiState/合成深链)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没用:四档直读 38→57,轨迹题全部 0 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有用:+25.8 分,轨迹 0→69-100%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理解·运算型难度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(STALE / LME 时间推理)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有用:LME-TR 47.4→76.7(sonnet 实测);STALE 前沿 94-100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没用:+0.8 / −6.8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26280" y="3977640"/>
            <a:ext cx="7159752" cy="594360"/>
          </a:xfrm>
          <a:prstGeom prst="roundRect">
            <a:avLst>
              <a:gd name="adj" fmla="val 13846"/>
            </a:avLst>
          </a:prstGeom>
          <a:solidFill>
            <a:srgbClr val="E8F5EC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4754880" y="3977640"/>
            <a:ext cx="6720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完美对称:深的难度花钱买不动、换结构就塌;浅的难度换结构不动、花钱就塌 —— 我们卖的不是『更强』,是能力买不到的那一维。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4754880"/>
            <a:ext cx="11183112" cy="1554480"/>
          </a:xfrm>
          <a:prstGeom prst="roundRect">
            <a:avLst>
              <a:gd name="adj" fmla="val 5294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777240" y="4864608"/>
            <a:ext cx="106984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考场按预测落位:</a:t>
            </a: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深链五卷(真实三域+合成两卷)同预算全部成立;居住链(四域最浅,被强模型饱和)与 LME 时间推理(时间算术)不成立——两个反例都落在定律预测里。已有方案失败的原因也在这张表里:它们把有效性当成记忆的固有属性(全存 / 取最新),而记账型难度只对『按问题选』投降。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方法:QVF —— 写入时建卡 · 读取时按问题裁决 · 门与路由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三件套各解决一件事:时间线保全 / 查询条件化 / 域外无害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121408" cy="1554480"/>
          </a:xfrm>
          <a:prstGeom prst="roundRect">
            <a:avLst>
              <a:gd name="adj" fmla="val 5882"/>
            </a:avLst>
          </a:prstGeom>
          <a:solidFill>
            <a:srgbClr val="2730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新会话入库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76072" y="201168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后台建档案卡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(一次,摊销)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06040" y="20116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98648" y="1463040"/>
            <a:ext cx="2121408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2990088" y="16002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问题进来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971800" y="201168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解析:哪件事?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问现在/那天/全程?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01768" y="20116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294376" y="1463040"/>
            <a:ext cx="2121408" cy="1554480"/>
          </a:xfrm>
          <a:prstGeom prst="roundRect">
            <a:avLst>
              <a:gd name="adj" fmla="val 5882"/>
            </a:avLst>
          </a:prstGeom>
          <a:solidFill>
            <a:srgbClr val="E9B8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385816" y="16002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367528" y="201168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4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无关→直通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4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历史厚→查卡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4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历史薄→现场抽取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97496" y="20116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690104" y="1463040"/>
            <a:ext cx="2121408" cy="1554480"/>
          </a:xfrm>
          <a:prstGeom prst="roundRect">
            <a:avLst>
              <a:gd name="adj" fmla="val 5882"/>
            </a:avLst>
          </a:prstGeom>
          <a:solidFill>
            <a:srgbClr val="153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781544" y="16002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代码裁决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763256" y="201168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删旧/区间算术/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拼链/纠前提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793224" y="20116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085832" y="1463040"/>
            <a:ext cx="2121408" cy="1554480"/>
          </a:xfrm>
          <a:prstGeom prst="roundRect">
            <a:avLst>
              <a:gd name="adj" fmla="val 5882"/>
            </a:avLst>
          </a:prstGeom>
          <a:solidFill>
            <a:srgbClr val="2730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0177272" y="16002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读者作答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0158984" y="201168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普通模型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正常回答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291840"/>
            <a:ext cx="5486400" cy="3017520"/>
          </a:xfrm>
          <a:prstGeom prst="roundRect">
            <a:avLst>
              <a:gd name="adj" fmla="val 272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49808" y="347472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为什么必须两条路 + 路由(实测,不是设计偏好)
</a:t>
            </a: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只走档案卡:历史薄的领域和闲聊领域显著更差(−11~−18);只走现场抽取:历史厚的领域白丢 13-16 分还贵 10 倍;
</a:t>
            </a:r>
            <a:r>
              <a:rPr lang="en-US" sz="11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两只手各管一半地形;门保证无关题零打扰。
</a:t>
            </a:r>
            <a:r>
              <a:rPr lang="en-US" sz="10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存储代价实测:卡片库≈原文 65%(P39,33KB vs 51KB/条,推导已归档)。建卡是预付费:一次建档,之后每题边际 1.7k,不随历史变厚涨价。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3640" y="3291840"/>
            <a:ext cx="5440680" cy="3017520"/>
          </a:xfrm>
          <a:prstGeom prst="roundRect">
            <a:avLst>
              <a:gd name="adj" fmla="val 2727"/>
            </a:avLst>
          </a:prstGeom>
          <a:solidFill>
            <a:srgbClr val="E8F5EC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510528" y="347472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为什么『问变化全程』只有这条路能修
</a:t>
            </a: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直读答轨迹靠检索把整条链捞全——实测轨迹题全链命中率只有 55%(全维 63%,推导已归档),所以四档读者全零;
卡片库按构造全链在场:每段历史入库时已有带日期的卡,拼链是查表不是碰运气 → 轨迹 0-29% 修到 69-100%;时点题由代码区间算术接管(队籍域双满分)。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测量工具:WikiState 基准 + 评测方法学两项发现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别人质疑的每一条,都先自己审过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394960" cy="2651760"/>
          </a:xfrm>
          <a:prstGeom prst="roundRect">
            <a:avLst>
              <a:gd name="adj" fmla="val 310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49808" y="1536192"/>
            <a:ext cx="48920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WikiState(论文主基准)· 五道防线
</a:t>
            </a: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①事实真实:状态链与日期来自维基数据四域(对话为合成渲染载体,见附录谱系),311 条目 1244 问;②金答案由代码从时间标记机械导出,零人工,零出题裁量权;③裸答能对的题全删(防背题);④13 法同卷标定,前沿多遍阅读 94-100 —— 可解的公平卷;⑤dev/test 隔离,路由规则三次迭代全部事前声明后冻结。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4160520"/>
            <a:ext cx="5394960" cy="2194560"/>
          </a:xfrm>
          <a:prstGeom prst="roundRect">
            <a:avLst>
              <a:gd name="adj" fmla="val 3750"/>
            </a:avLst>
          </a:prstGeom>
          <a:solidFill>
            <a:srgbClr val="E8F5EC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49808" y="4325112"/>
            <a:ext cx="4892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泄露与偏向:五路代码审计全 CLEAN(08-13)
</a:t>
            </a: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建卡只读会话文本;金答案只流向判官;判官对方法全盲(提示词逐字取证);421 个卡片库(另 273 库属其他数据集)59,481 项字段机械对照会话原文——零字段只见于金答案结构,报告归档 results/leak_audit_cards_20260813.txt。换厂牌复判一致率 96-97.9%。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371600"/>
            <a:ext cx="5532120" cy="2651760"/>
          </a:xfrm>
          <a:prstGeom prst="roundRect">
            <a:avLst>
              <a:gd name="adj" fmla="val 3103"/>
            </a:avLst>
          </a:prstGeom>
          <a:solidFill>
            <a:srgbClr val="FFF7E2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19088" y="1536192"/>
            <a:ext cx="5029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8A6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方法学发现一:呈现方式税
</a:t>
            </a: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把记忆从 JSON 数据块改成『带日期的对话誊录』、删掉弃答条款——所有方法涨 11-25 分。旧习惯在系统性压低整个领域的基线;我们全部重测并如实作废旧差值。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4160520"/>
            <a:ext cx="5532120" cy="2194560"/>
          </a:xfrm>
          <a:prstGeom prst="roundRect">
            <a:avLst>
              <a:gd name="adj" fmla="val 3750"/>
            </a:avLst>
          </a:prstGeom>
          <a:solidFill>
            <a:srgbClr val="FFF7E2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419088" y="4325112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8A6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方法学发现二:提问口吻税
</a:t>
            </a: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同一模型同 50 题:考试式提问 100% 对,日常聊天口吻只有 72%。怎么问,决定你测到的是模型还是提问方式——评测应该用部署时的真实口吻。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⑦ 结果 · 目标域:+25.8 分,轨迹从全零修到 69-100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v4.1 系统整体口径 · haiku 读者 · opus 判官 · token=答题边际(括号内含建档摊销)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83112" cy="3200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考场(状态历史厚)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系统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tok/题(直读→QVF)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WikiState 雇主链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59.0%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91.2%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1.0k → 6.1k(含摊 12.2k)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WikiState 队籍链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68.6%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91.8%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0.9k → 2.4k(9.4k)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WikiState 居住链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81.8%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88.6%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0.8k → 1.7k(8.6k)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WikiState 任职链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384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51.6%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86.7%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1.0k → 2.1k(9.6k)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合成深链 212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64.2%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80.2%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0.7k → 9.5k(12.8k)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确认集 228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65.4%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78.9%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0.7k → 11.6k(14.0k)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709160"/>
            <a:ext cx="11183112" cy="1600200"/>
          </a:xfrm>
          <a:prstGeom prst="roundRect">
            <a:avLst>
              <a:gd name="adj" fmla="val 514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77240" y="4818888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汇总:</a:t>
            </a: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目标域 1664 题:直读 61.3 → QVF 87.1(+25.8);『问变化全程』各档模型直读全零 → 69-100%;配对检验最强格 109 胜 3 负 p=9e-29(雇主扩充卷)。公开考场按含量成比例赢:LoCoMo 全集 72.2 显著(时间类 +5.3)、LME 知识更新 87.2、STALE 全量 52.3。答题边际 1.7-11.6k;摊销随每库被问题数线性稀释(评测口径为每库仅 4 题的上限)。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⑧ 结果 · 同预算对决:便宜模型+系统 vs 昂贵模型直读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判定系统价值的最基本判据 —— 同一批考卷按美元结算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11183112" cy="3867912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haiku+QVF(整合口径)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直读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同预算判决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WikiState 雇主链(真实,480 题同卷)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91.2%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67.3%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成立:+23.9 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WikiState 队籍链(真实,316 题同卷)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91.8%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76.9%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成立:+14.9 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WikiState 任职链(真实,384 题同卷)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86.7%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56.7%(opus-5 在原卷也只 57.0)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成立:+30.0(原卷同题 69胜5负 p=1.8e-15)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WikiState 居住链(真实,44 题同卷)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88.6%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100.0%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不成立:四域中链最浅的一卷被强模型饱和 —— 反例落在两种难度定律预测里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合成深链 212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80.2%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72.2%($0.0070/题)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成立:+8.0 —— 它输在记账维度(陷阱 47%/轨迹 55%)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确认集 228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78.9%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73.7%($0.0067/题)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成立:+5.2 —— 输分维度与深链卷同构(陷阱 47%/轨迹 58%)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LME 时间推理(公开卷)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60.2%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76.7%($0.0135/题)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不成立:能力型考场(第④页规律)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STALE-400(浅链)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52.3%(反超直读 11.3,同题 223胜87负 p=6e-15,且比直读便宜)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前沿多遍阅读 94-100(每题 $0.05-0.12,5-40 倍美元)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A70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对前沿不追(另一价格段);对直读全面胜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349240"/>
            <a:ext cx="11183112" cy="1143000"/>
          </a:xfrm>
          <a:prstGeom prst="roundRect">
            <a:avLst>
              <a:gd name="adj" fmla="val 7200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77240" y="5413248"/>
            <a:ext cx="10698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美元三笔账:</a:t>
            </a: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①答题边际账(实测):全系统均值 5.3k/题,WikiState 域 1.7-6.1k ≈ $0.002-0.007——低于 sonnet 直读 $0.006-0.008,准确度还高 11-30 分;②含摊账:评测口径(每库仅 4 题)6.6-14k;部署中随每库被问题数线性摊薄,趋近边际账;③边界账:LME 时间推理与居住链不成立,也不追。成立与失效都按预测落位。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⑨ 结果 · 与竞品分界:『按问题选』值多少分,被干净隔离了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双向互跑 + 同范式内对照,+54.5 分 = 查询条件化本身的价值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86400" cy="2377440"/>
          </a:xfrm>
          <a:prstGeom prst="roundRect">
            <a:avLst>
              <a:gd name="adj" fmla="val 3462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49808" y="1536192"/>
            <a:ext cx="4983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与最近一篇竞品论文(COLM 2026)双向互跑
</a:t>
            </a: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同期同构:都是『先整理证据,再按规则选』。分水岭在规则:它只有一条『永远取最新』(查询盲),我们按四类问题分派。
</a:t>
            </a:r>
            <a:r>
              <a:rPr lang="en-US" sz="11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它的考场:我们最朴素的检索直读 81% 追平其完整方法 82%;我们的考场:它的策略只有 32.0%(问变化全程 0/57),QVF 86.5% —— 差距 +54.5 分。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3886200"/>
            <a:ext cx="5486400" cy="2377440"/>
          </a:xfrm>
          <a:prstGeom prst="roundRect">
            <a:avLst>
              <a:gd name="adj" fmla="val 3462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49808" y="4050792"/>
            <a:ext cx="4983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同范式内对照:『先整理』不是错,丢时间线才是错
</a:t>
            </a: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同为写入时整理:Graphiti 2.5 / Mem0 20.0 / 摘要画像 54.4 / 我们的档案卡 86.5 —— 名次由『时间线保留了多少』决定。Mem0 的死法两个考场一致:入库丢时间线,之后花多少读取 token 都救不回(合成深链 80 问试点、旧呈现方式:41.2%;建档实测 ~33 万 token/条目,摊到每题 ~8.2 万)。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440680" cy="4892040"/>
          </a:xfrm>
          <a:prstGeom prst="roundRect">
            <a:avLst>
              <a:gd name="adj" fmla="val 1682"/>
            </a:avLst>
          </a:prstGeom>
          <a:solidFill>
            <a:srgbClr val="E8F5EC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510528" y="1554480"/>
            <a:ext cx="4937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论文里的三条主张,各自的隔离证据
</a:t>
            </a: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①『按问题选状态』有独立价值:同样先整理,一条规则 32.0 vs 四类分派 86.5(+54.5);
②『写入时保时间线』有独立价值:同范式 2.5→20→54→86.5 随保留度单调;
③『代码裁决』有独立价值:证据全在场(整库塞入)陷阱仍塌到 49——裁决缺口独立于检索缺口存在;
</a:t>
            </a:r>
            <a:r>
              <a:rPr lang="en-US" sz="11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三条相加 = QVF。每一条都有对照臂,合起来不是『又一个记忆系统』,是一个被分解验证过的机制包。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⑩ 三项问题:根因、代价与昨夜修复的复测数字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每一项都已定位并修复;复测全部通过同题对照(门规则 dev 迭代 2/3 轮后冻结)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3112" cy="1499616"/>
          </a:xfrm>
          <a:prstGeom prst="roundRect">
            <a:avLst>
              <a:gd name="adj" fmla="val 548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26517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问题① 三处分派错误,同一根因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0" y="1490472"/>
            <a:ext cx="8001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卡片缺『属于谁+哪类属性』规范标签:『委员会委员』对不上『职位』问法;两个说话人被混数;多人物库被当一个人。
</a:t>
            </a:r>
            <a:r>
              <a:rPr lang="en-US" sz="1050" dirty="0">
                <a:solidFill>
                  <a:srgbClr val="8A6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代价:任职域 74.7(丢 12 分);LoCoMo 67.5(拖 1.9);LME-TR 被错收进卡片路径倒扣 7 分
</a:t>
            </a:r>
            <a:r>
              <a:rPr lang="en-US" sz="10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已修复,复测:任职域 74.7→86.7(+12.0);P39 卷 86.1=单臂天花板,206/208 正确进档案卡路径,零分派错误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3081528"/>
            <a:ext cx="11183112" cy="1499616"/>
          </a:xfrm>
          <a:prstGeom prst="roundRect">
            <a:avLst>
              <a:gd name="adj" fmla="val 548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31520" y="3172968"/>
            <a:ext cx="26517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问题② 现场抽取路径太贵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3154680"/>
            <a:ext cx="8001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规则说明书+10 条记忆全文喂两遍,再加多轮补搜:19-43k/题;65.0% 的题走这条路(5511 题路由日志实证)→ 系统全体均值 19.4k/题,美元账目前输给 sonnet 直读。
</a:t>
            </a:r>
            <a:r>
              <a:rPr lang="en-US" sz="1050" dirty="0">
                <a:solidFill>
                  <a:srgbClr val="8A6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代价:同预算主张现在只在架构层成立,系统层欠账;头部截断两刀已按纪律双弃(-4.0/-1.3pp)
</a:t>
            </a:r>
            <a:r>
              <a:rPr lang="en-US" sz="10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已判决:5 把工程刀全部按纪律弃(头截×2/开窗×2/扫描预算×1);降本改由路由达成——rt 占比 65%→6.6%,同卷 token 全线降(P39 20.8→9.6k;答题边际均值 5.3k)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4745736"/>
            <a:ext cx="11183112" cy="1499616"/>
          </a:xfrm>
          <a:prstGeom prst="roundRect">
            <a:avLst>
              <a:gd name="adj" fmla="val 548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31520" y="4837176"/>
            <a:ext cx="26517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问题③ 浅链/算术域收费错误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4818888"/>
            <a:ext cx="8001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门只认『有没有时间词』,不认『是不是状态题』:STALE 多收 7-15 倍换 +0.8;LME 时间推理倒扣 6.8。
</a:t>
            </a:r>
            <a:r>
              <a:rPr lang="en-US" sz="1050" dirty="0">
                <a:solidFill>
                  <a:srgbClr val="8A6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代价:两个考场同预算判决为不成立(如实入表)
</a:t>
            </a:r>
            <a:r>
              <a:rPr lang="en-US" sz="10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已修复,复测:STALE 全量 42.3→52.3(对直读 +11.3,且比直读还便宜);LME-TR 40.6→60.2;LME-KU 78.2→87.2 —— 三个曾经的平/负格全部转正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带走两句话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10515600" cy="1371600"/>
          </a:xfrm>
          <a:prstGeom prst="roundRect">
            <a:avLst>
              <a:gd name="adj" fmla="val 6667"/>
            </a:avLst>
          </a:prstGeom>
          <a:solidFill>
            <a:srgbClr val="27306E"/>
          </a:solidFill>
          <a:ln w="12700">
            <a:solidFill>
              <a:srgbClr val="3A43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097280" y="1755648"/>
            <a:ext cx="20116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给记忆系统的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91840" y="1755648"/>
            <a:ext cx="7772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记忆的有效性是(记忆,问题)的函数 —— 写入时保全时间线,读取时按问题裁决;有效性不是记忆自己的属性。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10515600" cy="1371600"/>
          </a:xfrm>
          <a:prstGeom prst="roundRect">
            <a:avLst>
              <a:gd name="adj" fmla="val 6667"/>
            </a:avLst>
          </a:prstGeom>
          <a:solidFill>
            <a:srgbClr val="27306E"/>
          </a:solidFill>
          <a:ln w="12700">
            <a:solidFill>
              <a:srgbClr val="3A43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97280" y="3355848"/>
            <a:ext cx="20116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给评测的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91840" y="3355848"/>
            <a:ext cx="7772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记忆系统的成绩应按『问题含量』条件化报告;评测应该用部署时的日常口吻提问 —— 否则测到的是提问方式,不是系统。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50292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这两句话不依赖我们的具体实现 —— 是领域可以带走的东西。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5577840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27306E"/>
          </a:solidFill>
          <a:ln w="12700">
            <a:solidFill>
              <a:srgbClr val="3A43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097280" y="55778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下一步:</a:t>
            </a: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三项修复已完成并复测通过(任职 86.7 / STALE 52.3 / LME 双格转正 / rt 占比 6.6%)· 下一步:v4.1 全量终榜(LoCoMo 行补齐)· 冻结宣言 · 论文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· WikiState 的来源:每一步可复现、可现场对照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数据谱系:公开结构化数据 → 代码导出 → 模板渲染 → 噪声混入 → 反背题过滤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183112" cy="1115568"/>
          </a:xfrm>
          <a:prstGeom prst="roundRect">
            <a:avLst>
              <a:gd name="adj" fmla="val 737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31520" y="1435608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原料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560320" y="1426464"/>
            <a:ext cx="8915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Wikidata 公开结构化数据(CC0):真实人物的 P39 任职 / P108 雇主 / P54 队籍 / P551 居住属性,带起止时间限定符
</a:t>
            </a:r>
            <a:r>
              <a:rPr lang="en-US" sz="1050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现场可查:wikidata.org/wiki/Q4973390 的 P39 栏 = 片中 Marietta 的四段任职链,逐段对得上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615184"/>
            <a:ext cx="11183112" cy="1115568"/>
          </a:xfrm>
          <a:prstGeom prst="roundRect">
            <a:avLst>
              <a:gd name="adj" fmla="val 737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31520" y="2679192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状态链导出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560320" y="2670048"/>
            <a:ext cx="8915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代码从时间限定符机械导出状态链与金答案 —— 零人工标注,我们没有出题裁量权
</a:t>
            </a:r>
            <a:r>
              <a:rPr lang="en-US" sz="1050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脚本与中间产物在 repo:data/wikistate_candidates*.json 保留原始抓取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858768"/>
            <a:ext cx="11183112" cy="1115568"/>
          </a:xfrm>
          <a:prstGeom prst="roundRect">
            <a:avLst>
              <a:gd name="adj" fmla="val 737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31520" y="3922776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会话渲染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560320" y="3913632"/>
            <a:ext cx="8915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状态句按第一人称模板嵌进带日期的会话;其余约 30 个会话为闲聊噪声,混采自 STALE 语料(CC BY 4.0,已注明)
</a:t>
            </a:r>
            <a:r>
              <a:rPr lang="en-US" sz="1050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每条数据自带 attribution 字段,逐条声明两个来源与许可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5102352"/>
            <a:ext cx="11183112" cy="1115568"/>
          </a:xfrm>
          <a:prstGeom prst="roundRect">
            <a:avLst>
              <a:gd name="adj" fmla="val 737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31520" y="5166360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过滤与隔离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560320" y="5157216"/>
            <a:ext cx="8915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模型裸答能对的条目全部丢弃(防背题,实测裸答≈0);低知名度人物优先;dev/test 隔离
</a:t>
            </a:r>
            <a:r>
              <a:rPr lang="en-US" sz="1050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5.9 万项字段泄露审计 CLEAN(results/leak_audit_cards_20260813.txt)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6400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现场演示(3 分钟):开三个窗口 —— Wikidata 原页 / 数据文件状态链 / 会话流(状态句黄色高亮)—— 同一条链三处逐字对照;查看器:样例网页已发,任一条目可切换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2271</Words>
  <Application>Microsoft Office PowerPoint</Application>
  <PresentationFormat>Widescreen</PresentationFormat>
  <Paragraphs>259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Microsoft YaHei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Zenglin Zhong</cp:lastModifiedBy>
  <cp:revision>3</cp:revision>
  <dcterms:created xsi:type="dcterms:W3CDTF">2026-08-13T02:05:14Z</dcterms:created>
  <dcterms:modified xsi:type="dcterms:W3CDTF">2026-08-13T02:36:36Z</dcterms:modified>
</cp:coreProperties>
</file>