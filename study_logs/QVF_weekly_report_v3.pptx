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共同决定 —— 这就是「查询条件化」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为什么难:换强模型、写提示词都不解决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 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提示词三段实验: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一句话提醒 +3.8pp(小益);把完整有效性标注写进提示但不删除 → 崩到 14.6%(最差)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裁决必须「物理地」发生(真删除、真计算),不能停留在「告诉模型」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删过时 / 算区间 / 拼轨迹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按问题类型分路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为什么有用 ①:六组显著净胜,横跨五个基准、两家提供商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冻结版数字;配对符号检验(同题两臂,只数分歧题)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46888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 × 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配对判决(差值)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· gpt(1200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题(206胜37负, p=6×10⁻³⁰)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· haiku(1200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题(113胜56负, p=7×10⁻⁶)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· haiku(212 问)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 → 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42 题(44胜2负, p=1.5×10⁻¹¹)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· gpt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 → 52.8%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20 题(32胜12负, p=0.0018)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原文(外部公开)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30.0% → 36.7%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题(16胜3负, p=0.0022)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干净(外部公开)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99.5%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题(9胜0负, p=0.002)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5029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5870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跨家族判官一致率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(gpt-5-mini 复判 424 行)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63240" y="52303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换判官后主结果 48胜2负 复现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不是自家判官的偏爱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48920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400800" y="58704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同种子重跑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判分翻转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0" y="52303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规则层完全确定,可单元测试;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聚合准确率逐位复现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为什么有用 ②:比换强模型、写提示词都划算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held-out 212 问,同题同判官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737360"/>
                <a:gridCol w="1463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haiku(最便宜)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52.8%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sonnet-5(强)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(不叠加)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913632" cy="2148840"/>
          </a:xfrm>
          <a:prstGeom prst="roundRect">
            <a:avLst>
              <a:gd name="adj" fmla="val 383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664208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+20pp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863840" y="250545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一次买到的提升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100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模型每升一档 +4pp · 提示词 +3pp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886200"/>
            <a:ext cx="111831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配对判决(差值写法)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498848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QVF 多胜 26 题(33胜7负, p=2×10⁻⁵)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sonnet+提示词: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QVF 多胜 19 题(28胜9负, p=0.0013)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等成本对照(STALE 315 题):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gpt-5-mini+QVF 34.9% @ $0.018/题 &gt; gpt-5 直读 33.7% @ $0.021 —— 更准且更便宜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为什么有用 ③:长上下文治不了时效,反而加重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本周最重要的机制发现:上下文量与有效性裁决是两条正交轴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20 条链条目 80 问、同阅读器同判官;唯一变量 = 记忆层哲学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下周补测(评审要求)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 实测);冻结版单 commit 全量重跑(1.8 万判分行)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新种子确认集 + oblique split —— 78.3% 的确认版数字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等预算结构化提示对照(timeline-CoT)—— 补齐「必须确定性裁决」的最后一格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统计整改(条目级聚类为主统计量、单侧标注、Holm 校正)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按「问题主张」重构写作,论文动笔(素材已齐)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QVF 从单基准原型 → 五基准双提供商显著、带自建基准、带机制解释、带诚实边界、经两轮模拟评审、单 commit 可复现的论文级系统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2026-08-05T12:41:02Z</dcterms:created>
  <dcterms:modified xsi:type="dcterms:W3CDTF">2026-08-05T12:41:02Z</dcterms:modified>
</cp:coreProperties>
</file>