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8A9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F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F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146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7A4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表层正则选择
(不知问题)</c:v>
                  </c:pt>
                  <c:pt idx="1">
                    <c:v>稠密检索
(提示词臂)</c:v>
                  </c:pt>
                  <c:pt idx="2">
                    <c:v>语义选对
原文轮</c:v>
                  </c:pt>
                  <c:pt idx="3">
                    <c:v>+ 规范化
排序去重</c:v>
                  </c:pt>
                  <c:pt idx="4">
                    <c:v>+ 角色认证*</c:v>
                  </c:pt>
                  <c:pt idx="5">
                    <c:v>+ 代码计算*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43</c:v>
                </c:pt>
                <c:pt idx="2">
                  <c:v>60</c:v>
                </c:pt>
                <c:pt idx="3">
                  <c:v>69</c:v>
                </c:pt>
                <c:pt idx="4">
                  <c:v>77.3</c:v>
                </c:pt>
                <c:pt idx="5">
                  <c:v>83.7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E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8A93A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3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A4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直读 1×
(962)</c:v>
                  </c:pt>
                  <c:pt idx="1">
                    <c:v>直读 2.2×
(2,097)</c:v>
                  </c:pt>
                  <c:pt idx="2">
                    <c:v>直读 3.6×
(3,443)</c:v>
                  </c:pt>
                  <c:pt idx="3">
                    <c:v>整库 15.4×
(14,780)</c:v>
                  </c:pt>
                  <c:pt idx="4">
                    <c:v>QVF 2.2×
(2,069)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48.3</c:v>
                </c:pt>
                <c:pt idx="1">
                  <c:v>51.7</c:v>
                </c:pt>
                <c:pt idx="2">
                  <c:v>54.6</c:v>
                </c:pt>
                <c:pt idx="3">
                  <c:v>50.5</c:v>
                </c:pt>
                <c:pt idx="4">
                  <c:v>83.7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E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开场:一句话主张 + 核心数字对比。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搬家例子;引出形式化。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两个大数字;结论句。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论文均经原文核实;引用编号在讲稿。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数据构成 + 为什么自然语料做不了。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核心表一;口径句必须念。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六卷+另一语料族;簇校正;含不显著的小卷,如实报。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跨语料全景:主动报不显著结果;负结果被边界主张预测。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架构一页;强调三环节可分别测量,为下一页铺垫。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三段定价是全场核心;强调同题配对与显著性。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最重要的一张图:每级一个对照实验,单调阶梯。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预算阶梯;强调 15.4 倍反而更差。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覆盖对齐对照:列举 vs 运算的分野。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边界即价值;路由已产品化。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咖啡店例子口头讲效果最好。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修复三件套 + 合并战绩;方法组件出处在讲稿。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交叉规律 + 方法学 + 主动说边界。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对照总表:一行一个替代解释的排除;答辩时的核心防线。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三句主张收束;下一步三项。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把「选对记忆」变成显式、可判分、可修复的产物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长期对话记忆的 选择 – 认证 – 计算 三段分解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389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vs  48.3%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同一读者 · 同 418 题 · 结构化记忆 vs 稠密检索直读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 · 2026-08-20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问题:失效不是忘了,是记得太多、选错版本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同一条旧记录:「我住墨尔本」(2021)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「我现在住哪?」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污染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821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 2022 年住哪?」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3182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唯一正确证据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525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「我搬过几次家?」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435254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 = 必要成分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40880" y="1783080"/>
            <a:ext cx="4572000" cy="2834640"/>
          </a:xfrm>
          <a:prstGeom prst="roundRect">
            <a:avLst>
              <a:gd name="adj" fmla="val 2903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: S × Q → {0,1}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69480" y="3017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一条记忆过不过期,不是它自身的属性,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是(记忆, 问题)这一对的函数。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因此任何在写入时就盖「过期」图章的方案(删旧值、永远取最新),定义上只能答对三类问题中的一类。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两个铁证:瓶颈不是找到信息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1907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50.5%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257860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整库全部放进上下文(15.4 倍 token,检索因素彻底消除)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聚合类问题的成绩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32688" y="303580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与最小预算统计上不可区分(χ²=0.47)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029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1907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19088" y="257860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「我换过几次工作」这类计数问题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稠密检索直读的成绩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19088" y="303580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信息全在眼前,仍然数不对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159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瓶颈不是信息可及性 —— 是不知道哪些记录构成这道题的答案集。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补充:换更强模型,「变化历程」类问题四档模型全零;加一条提示词只买到 +1.0pp。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领域现状:各家做了什么,留下了什么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它做的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它留下的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Zep(时序知识图谱记忆)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双时态失效标记;上下文 115k→1.6k token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失效判定是二值比较;全文无多值/集合语义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A-TMA(2026)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状态角色标签 + 查询画像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每槽位恰好两个状态;更长的链、集合值在表示层写不出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TReMu(Findings of ACL 2025)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写入时推断日期 + 符号执行时间算术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记忆库自身的正确性从未被测;错误不归因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Fidelity Before Structure(2026)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同管线只换存储:逐字块胜抽取产物 16–22pp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顶在所有抽取式记忆的前提上 —— 必须正面回应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呈现混淆研究(2026)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同一机制换排版:增益 +0.182 → +0.021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领域评测普遍未控制呈现与提示词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Temporal Validity(2026)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单值状态替换 97% 可靠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多值句上抽取塌到 44%,基准被隔离弃用 —— 集合语义是公认空位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6875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单项各有邻居(显式选择/失效标记/状态角色);没人占的是交集:查询条件化 × 可机械检查 × 逐段定价(带边界与修复)。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工作一 · WikiState:事实真实、载体合成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状态序列取自真实 Wikidata 时间限定符:雇主 / 球队 / 职位 / 居住地 四个属性域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真实链长 3–5 段,值逐字植入合成对话,日期规范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聚合题集 418 题(最长任期 / 变更次数 / 某日前几个 / 首末值),金答案纯代码机械导出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当前值 / 陷阱 / 某日状态 / 变化历程 四类探针集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0"/>
            <a:ext cx="4023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5361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07808" y="2395728"/>
            <a:ext cx="3803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聚合题 · 金答案零人工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07808" y="285292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属性域 · 链长 3–5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0" y="3337560"/>
            <a:ext cx="4023360" cy="1188720"/>
          </a:xfrm>
          <a:prstGeom prst="roundRect">
            <a:avLst>
              <a:gd name="adj" fmla="val 692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公开对话基准的状态链字段实测为空占位符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(133 / 78 / 10 条,全空)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为什么需要它:只有带真值状态链的语料,才能把端到端失败拆成「库的错」还是「执行的错」。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WikiState 是目前唯一能做这种条件测量的语料。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各方法族在 WikiState 聚合题集(同 418 题 · 同读者 · 同判官)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0424160" cy="914400"/>
        </p:xfrm>
        <a:graphic>
          <a:graphicData uri="http://schemas.openxmlformats.org/drawingml/2006/table">
            <a:tbl>
              <a:tblPr/>
              <a:tblGrid>
                <a:gridCol w="6309360"/>
                <a:gridCol w="1280160"/>
                <a:gridCol w="1371600"/>
                <a:gridCol w="1463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token/题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延迟中位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稠密检索直读(top-10)—— 多数记忆系统的读取侧形态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陈旧感知提示词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6.3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更深检索 top-24(预算与 QVF 持平)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2,097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5.5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更深检索 top-40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3,443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6.7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整库上下文(15.4 倍预算)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14,780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5.9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LangMem(在售记忆系统)· 跑批中,暂 28/60 题*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57.1%*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5.2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只做证据筛选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2,253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筛选 + 角色认证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2,438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· 完整(编译执行)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 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40680"/>
            <a:ext cx="10424160" cy="777240"/>
          </a:xfrm>
          <a:prstGeom prst="roundRect">
            <a:avLst>
              <a:gd name="adj" fmla="val 10588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6052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+33.2pp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高于整库基线,只用其 1/7 token;读端延迟与直读同量级(结构化证据更短,读者生成反而更快)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口径:除 LangMem 外均为同 418 题;*LangMem 为跑批中的库抽样子集(协议预注册),同 28 题配对参照:直读 60.7%/编译臂 82.1%,即竞品≈直读档;其摄入成本约 318s/库 另计。其他论文系统数字不同基准,不可入表。token/延迟为读端逐题;QVF 另有一次性建卡(≈$0.06/库),低频库不摊算、高频库摊薄至读端量级——成本主张仅为「同读端预算 +33pp」,整库加预算或挂缓存准确率都停在 50.5%。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同一结论在七个测试卷上重复(实体簇稳健检验)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2194560"/>
                <a:gridCol w="237744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n(簇)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 结构化−直读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CI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簇稳健 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聚合题集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314(79)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+33.8pp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[+27.0, +40.2]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1.2e-14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276(69)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+38.4pp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[+33.7, +42.8]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3.6e-18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职位域·扩展卷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176(44)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+32.4pp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[+23.9, +40.3]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1.9e-8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球队域·扩展卷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164(41)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+34.8pp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[+27.4, +42.1]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5.4e-9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雇主域·第二写法卷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204(51)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+29.4pp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[+23.5, +35.3]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3.8e-11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球队域·第二写法卷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152(38)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+11.2pp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[+2.6, +19.7]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0.011(边际)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居住地域(小卷,如实报)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44(11)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[−11.4, +22.7]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n.s.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32180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同一人物的题不算独立样本——全部检验做了实体簇校正。另一语料族(非 WikiState 的旧持出语料)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上同样成立:+32.9pp(p=7e-11)与 +28.6pp(p=3e-8)。方向 9/9 一致,7/9 显著。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跨语料全景:哪里赢、哪里平、哪里不适用(全部如实)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926080"/>
                <a:gridCol w="2377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语料族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 − 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WikiState(七卷)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链真值 · 聚合/探针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+29 ~ +38pp,簇校正显著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主战场:需要运算的题型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旧持出语料族(两批)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另一生成器族 · 不同题面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+32.9 / +28.6 / +17.5pp,簇级显著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增益跨语料族成立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口语孪生语料(两批)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 · 受控单变量 · 链被污染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修复前 −9.7 → 修复后 +5.1pp;累积批追平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保真度边界(第 15/16 页)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公开基准(LoCoMo / LME / 记忆冲突)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人写或半自然 · 无链真值标注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5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−5.3 ~ +6.8pp,全部不显著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两个原因,见下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482803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为什么恰好在这些语料上好?不是数据集特定,是题型特定(能力特定):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赢的语料考「对多条记录做运算」且带链真值——同一增益在 9 个卷、2 个语料族上重复,不是记住了某个数据集;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公开基准题型以单点检索为主(边界地图预测为零/负的区域:当前值类 −4.9),且缺链真值、编译路径按构造不适用——下一步链标注是把考场修好,不是藏坏消息。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工作二 · QVF:三个可分别测量的环节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→ 带日期的状态卡片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(值/日期/逐字锚点/替换边/槽位基数)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96896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52928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筛选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62656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按问题选出该用的记录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01184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57216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认证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66944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给每条标注角色:现行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已被取代 / 转变证据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05472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61504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计算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1232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需要时由纯代码算出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计数、时长等聚合量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0" y="26974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765792" y="1920240"/>
            <a:ext cx="2084832" cy="2103120"/>
          </a:xfrm>
          <a:prstGeom prst="roundRect">
            <a:avLst>
              <a:gd name="adj" fmla="val 394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208483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0" y="2606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把证据组织成回答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(同一模型,温度 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937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定位:把「哪些记录构成答案集」从读者的隐性负担,变成显式、可机械检查的产物。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 · 三段定价:每个环节各值多少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48.3%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检索原文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9067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2044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66.0%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118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筛选后证据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+18.4pp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7103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77.3%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角色认证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+11.2pp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51392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81160" y="1737360"/>
            <a:ext cx="2468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83.7%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726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代码计算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+6.5pp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筛选与认证两段 McNemar p&lt;0.001;两段合计拿走全部增益的 82%,且不含任何答案内容(机械断言防泄露)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代码计算 +6.5 亦过检验(b/c=34/7,p=4.9e-05),但增益全部集中在时长比较一类(+28.2);说「证据集认证」,不说「教会模型」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提示词基线 47.6%:一条指令在聚合类问题上买不到东西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选择阶梯:相邻两级只差一个控制变量(同 100 题分层子集)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8046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961120" y="146304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98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每一级都是一个对照: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098280" y="210312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词面→检索:+23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检索→选对:+17(p=.009)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选对→规范化:+9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规范化→认证:+8(p&lt;.001)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认证→计算:+6.5(p&lt;1e-4)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09828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*为全 418 题口径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阶梯单调、逐级显著——「选对记忆」的增益可以逐段归因,不是一个黑箱总分。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这些增益买不到:预算阶梯是平的,QVF 不在这条曲线上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554480"/>
            <a:ext cx="2834640" cy="3108960"/>
          </a:xfrm>
          <a:prstGeom prst="roundRect">
            <a:avLst>
              <a:gd name="adj" fmla="val 290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1540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每翻一倍预算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只买 2–3pp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1540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整库(15.4×)反而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top-40 ——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过峰值后下弯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判据在跑数之前写死并提交(git 时间戳可证)。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覆盖对照:把整库全喂给基线,检索因素彻底消除(220 题)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变化历程(列举类)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整库直读 </a:t>
            </a:r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85.5%</a:t>
            </a:r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结构化 </a:t>
            </a:r>
            <a:pPr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95.5%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+10.0pp  p = 0.022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0" y="1965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覆盖能买到「列举」的大半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结构仍显著加分,且只用 1/7 token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某日状态(运算类)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整库直读 </a:t>
            </a:r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38.2%</a:t>
            </a:r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结构化 </a:t>
            </a:r>
            <a:pPr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+56.4pp  p = 1.4e-13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0" y="42062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信息全在眼前仍记不对账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覆盖买不到「对多条记录做运算」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同题配对、判据预注册(git 时间戳)。档案卷上更极端的对照:金链直接给读者,某日状态类仍只有 15.1%(普通读法)/ 60.4%(强提示)——选择做到完美,运算仍不会。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边界一 · 收益按问题类型分野(跨三个语料一致)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当前值类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−4.9pp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检索命中 98%,读者挑最新即可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任何有损中间层只有下行风险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某日状态类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+56.4pp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 = 区间覆盖,需要有序记账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(94.5 vs 整库 38.2,p=1.4e-13)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变化历程类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+10.0pp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对手换成整库(15.4×)仍显著胜出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(95.5 vs 85.5,p=0.022,n=110)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已工程化:按编译出的问题类型路由 —— 当前值类送直读,关系类走结构化路径;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规则在一个测试集上冻结、迁移到另一个测试集仍 +6.4 ~ +7.4pp(叠加空证据回退)。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当前值为「结构化 − 提示词基线」卷内配对差;某日/历程为覆盖对齐口径(vs 15.4× 整库直读,220 题当日补测)——结论:覆盖买得到「列举」的大半,买不到「运算」。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根因诊断 · 口语对话下的链污染:同主题、错属性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受控孪生实验(同生成器/同干扰/同读者,只变值语义)暴露:结构化路径在新语料上失效 —— 追查到卡片链本身: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2286000"/>
          </a:xfrm>
          <a:prstGeom prst="roundRect">
            <a:avLst>
              <a:gd name="adj" fmla="val 36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真值链(咖啡店):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Thistle&amp;Bean → Marlowe → Kettle Room → Ferrous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抽取出的链: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Thistle&amp;Bean → 燕麦奶拿铁 → Marlowe → 蜂蜜特调 → Kettle Room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有电源插座 → 每周四个早上 → Ferrous → 离家90秒 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1828800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9933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882128" y="285292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链尾(=「当前值」的答案)错误率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(口语对话,过滤前)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82128" y="33101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点单、设施、频率被扫进店链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廉价信号全部失效:溯源(锚点/ID/边)伪卡全满分;嵌入语义一致性甚至反向 —— 污染物恰好主题邻近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结论:「这张卡是不是该槽位的一次状态宣告」是语义角色判断,表面信号够不着 —— 引出装配层修复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装配层修复三件套(已全部跑完 · 预注册 · 金链机械判分)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 = 上页链被污染的孪生语料(结构化在那里输直读 9.7pp);WikiState 的数字链是干净的,不涉及修复。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语义成员过滤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每库一次小调用($0.08):判语义角色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确定性授权(引文必须钉回逐字锚点)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链精度 0.56 → 0.88(成员判定 F1 0.855)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编译路径 57.4 → 67.1,追平直读(p&lt;0.001)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集合语义装配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799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卡片自带「槽位基数」字段首次接入下游: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累积属性按集合算(列全/基数/截至某日)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0799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累积型测试集 37.2 → 75.0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追平直读 72.3;计数题 +14.9pp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空证据回退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证据为空的题整题改走直读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(先前只标记不回答)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三个语料重放: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+6.8 / +36.7 / +44pp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三件叠加(冻结规则,全量 176 题):替换型 72.2% vs 直读 67.0%——编译路径从落后 9.7pp 修到反超 5.1pp。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泄漏审计(当日 $0 复算)确认:过滤增益在无瑕疵条目上更强(+34.7pp),不是生成器伪影。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一条普遍规律 + 我们的方法学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3017520"/>
          </a:xfrm>
          <a:prstGeom prst="roundRect">
            <a:avLst>
              <a:gd name="adj" fmla="val 272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 vs 展示,谁赢由链保真度决定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链状态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更优形态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成绩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干净(WikiState)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断言算好的结论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83.7 &gt; 77.3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污染(孪生集)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只展示证据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61.4 &gt; 53.8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657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「错误的确定性比没有信息更糟」——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正确形态:算之前先知道自己链干不干净。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75120" y="1371600"/>
            <a:ext cx="49377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03720" y="20574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全部核心判据在跑数前写死并提交(git 时间戳可证)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全部对照同题配对、同读者、同判官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金答案与修复效果均纯代码机械判分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受控孪生设计:同生成器/同干扰池,单变量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937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诚实边界:核心数字在自建合成域;公开对话基准缺状态链标注(实测为空),结构化路径在其上尚不适用 ——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这既是限制,也是「为什么需要 WikiState」以及下一步(自然语料链标注)的论据。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九个对照,九种替代解释,逐一排除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91840"/>
                <a:gridCol w="42062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对照试验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它排除的解释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陈旧感知提示词臂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「一条指令就够了」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47.6%,只买 +1.0pp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匹配臂(top-24/40)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「多花钱就行」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51.7 / 54.6%,翻倍买 2–3pp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整库上下文(15.4×)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「检索不够好」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50.5%,反而低于 top-40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覆盖对齐臂(运算类)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「覆盖也能买到运算」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 38.2 vs 结构化 94.5(p=1e-13)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原文选择臂(同选集不规范化)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「增益来自排版/规范化」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纯选择已 +17.0pp(p=0.009)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正则选择臂(表层词干)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「一条正则就能筛选」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20.0%,连检索基线都不如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受控孪生(同生成器只变值语义)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「换语料什么都会变」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单变量隔离出集合语义缺口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跨家族判官重判(256 行)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「判官偏爱自家臂」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三臂 102/102 零分歧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身份泄漏探针(274 实体)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「模型预训练背过答案」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 0.7% vs 对照 0%(p=1)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能想到的便宜解释都试过了,都买不到这条阶梯——剩下的解释就是:显式化的答案集判定本身在起作用。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91640" y="175564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「选对记忆」可以显式化并定价:筛选 +18.4 / 认证 +11.2 / 计算 +6.5 —— 预算买不到(15 倍反而更差)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99008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价值有可测的边界:按题型与值语义分野;边界本身可用于路由(已工程化,跨语料 +6~7pp)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4224528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增益的前提是链保真度 —— 污染可诊断、可在装配层修复:替换语义从 −9.7pp 修到 +5.1pp,累积语义追平直读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550468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公开对话语料的状态链标注(资源贡献) · 多种子确认孪生结果 · 论文写作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2026-08-20T04:31:05Z</dcterms:created>
  <dcterms:modified xsi:type="dcterms:W3CDTF">2026-08-20T04:31:05Z</dcterms:modified>
</cp:coreProperties>
</file>