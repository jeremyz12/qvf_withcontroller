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F2A44"/>
                </a:solidFill>
                <a:latin typeface="Cambria"/>
              </a:rPr>
              <a:t>QVF Weekly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Calibri"/>
              </a:rPr>
              <a:t>Query-conditioned Validity Filtering over Conversational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Zenglin (Jeremy) Zhong   ·   Aug 27, 2026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Benchmark: WikiState v2   ·   repo: github.com/jeremyz12/qvf_withcontroller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This Week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Aug 21 – Aug 27 · verification, repair,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2A44"/>
                </a:solidFill>
                <a:latin typeface="Calibri"/>
              </a:rPr>
              <a:t>• Headline re-verified, qualifier removed — 88.4 @ 418 (two independent runs: 87.80 / 89.00)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v2 clean-arena ablation ladder completed — every stage individually significant; structure value +27.3pp (p = 2.2e-25)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Weakest question type repaired via a preregistered fix — change_count 55.6 → 63.9 (p = 0.043); full system 75.9 → 78.8 on v2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16-system comparison finalized — write-time-stamping ceiling measured: 11.7 vs 83.3 (Δ 71.6pp)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Human verification platform launched — rate.wikistate.org: 144/144 chains × 3 raters + catch trials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Honest accounting — LoCoMo chain extraction audited (35% revision → limitations); new cost claim: same accuracy at 1/5.5 read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Headline Re-verified: 88.4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The “single-run, pending re-verification” qualifier is now removed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8638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248"/>
                <a:gridCol w="2222389"/>
                <a:gridCol w="290620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Accuracy @ 418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Run 1 (Aug 23)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87.80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original measurement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Run 2 (Aug 26, full rerun)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89.00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independent full-418 rerun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Preregistered criterion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|Δ| ≤ 2.0pp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written before running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E7A57"/>
                          </a:solidFill>
                          <a:latin typeface="Calibri"/>
                        </a:rPr>
                        <a:t>Δ = +1.20  →  PASS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official headline: mean 88.4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Per-type (run 2): change_count 78.1 · count_before 90.5 · first_vs_last 98.1 · longest_tenure 89.3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A44"/>
                </a:solidFill>
                <a:latin typeface="Calibri"/>
              </a:rPr>
              <a:t>Config: ledger reading — our card ledger + a cited published state-reading protocol (2,539 tok/question).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Repair Loop Closed on the Weakest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diagnose → preregister → treat → verify  ·  total cost $1.6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Diagnosis: the executor counts chain rows (len − 1); a noisy chain gives a confidently wrong count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Treatment: membership filter cleans the card store before counting — model proposes (with verbatim quote), code authorizes via containment checks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Criteria written dead before running: ≥ +6pp and p &lt; 0.05; guard type ≥ −2pp; no empty-pool side effect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063240"/>
          <a:ext cx="877823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023"/>
                <a:gridCol w="1867710"/>
                <a:gridCol w="3361879"/>
                <a:gridCol w="112062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change_count (144 q)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≥ +6pp, p &lt; 0.05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55.6 → 63.9 (+8.3), W/L 21/9, p = 0.043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E7A5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count_before guard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≥ −2pp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72.9 → 76.4 (+3.5)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E7A5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Fallback-rate side effect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≤ +5pp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0% → 0%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E7A5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System effect: code-computation path on v2  75.87 → 78.82.  Filter removed 75 / 602 cards (12.5%).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Exploratory: the gap to ledger reading narrows from +6.8 (p = 1.3e-04) to +3.8 (p = 0.051) — the two ends converge once chains are clean.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Recap — One Memory, Three Validities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why validity must be judged at query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mbria"/>
              </a:rPr>
              <a:t>“1989-06-01: I officially started at CERN today.”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8961119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/>
                <a:gridCol w="51206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Query (asked today)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Validity of that same memory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Where do I work now?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4552E"/>
                          </a:solidFill>
                          <a:latin typeface="Calibri"/>
                        </a:rPr>
                        <a:t>EXPIRED — superseded by a later employer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Where did I work in 1990?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E7A57"/>
                          </a:solidFill>
                          <a:latin typeface="Calibri"/>
                        </a:rPr>
                        <a:t>THE ANSWER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How many times did I change employer?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8A6A2F"/>
                          </a:solidFill>
                          <a:latin typeface="Calibri"/>
                        </a:rPr>
                        <a:t>REQUIRED EVIDENCE — count is wrong without it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Calibri"/>
              </a:rPr>
              <a:t>Validity = f(memory, query) — not a property of the memory alone.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Consequence: any stamp applied at write time is wrong for some queries — mechanism, not engineering.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6B7280"/>
                </a:solidFill>
                <a:latin typeface="Calibri"/>
              </a:rPr>
              <a:t>Measured ceiling of stamp-at-write systems on our arena: 11.7% (ours: 83.3%).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QVF Pipeline —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LLM appears only at the two language ends; every decision in between is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A6A2F"/>
                </a:solidFill>
                <a:latin typeface="Calibri"/>
              </a:rPr>
              <a:t>WRITE SIDE (after each session)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Consolas"/>
              </a:rPr>
              <a:t>for each state declaration in session: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Consolas"/>
              </a:rPr>
              <a:t>    card = {value, date, verbatim_quote,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Consolas"/>
              </a:rPr>
              <a:t>            slot, single|set}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Consolas"/>
              </a:rPr>
              <a:t>    reject card if quote is not 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Consolas"/>
              </a:rPr>
              <a:t>    verbatim substring of the source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F2A44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→ dates pinned into data; quotes are anti-hallucination anchors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258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8A6A2F"/>
                </a:solidFill>
                <a:latin typeface="Calibri"/>
              </a:rPr>
              <a:t>READ SIDE (per query)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plan = LLM_translate(query)          # only “understanding” step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if plan.op is current-value type: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    return retrieval(query)          # routing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pool  = select_cards(plan.slot)      # keyed grouping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pool  = filter(pool) if counting     # code authorizes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chain = sort_by_date + merge_adjacent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if chain is empty: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    return retrieval(query)          # fallback, 10W–0L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concl = execute(plan.op, chain)      # PURE CODE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return LLM_phrase(evidence + concl)  # says it in words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Executor — One Line per Operator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once the chain is right, temporal reasoning degenerates into array operations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8813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72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Question type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Executor logic (deterministic)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Current value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chain[-1].value   (since chain[-1].date)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Stale-premise correction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if presupposed value ∈ chain[:-1]: flag “outdated — current is chain[-1]”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Value at time 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the i with  date_i ≤ t &lt; date_{i+1}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Times changed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len(chain) − 1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Times changed before 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len(chain where date &lt; t) − 1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First vs last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compare chain[0].value, chain[-1].value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Held longest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accumulate closed-interval days per value (+ as-of-today final segment); argmax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The LLM translates in (question → plan) and phrases out (conclusion → words).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6B7280"/>
                </a:solidFill>
                <a:latin typeface="Calibri"/>
              </a:rPr>
              <a:t>The number itself is decided by code — auditable, repairable, immune to input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One Question's Journey — Data at Every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follow one real employer chain from raw chat to final answer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097279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042"/>
                <a:gridCol w="2120793"/>
                <a:gridCol w="6915630"/>
                <a:gridCol w="1475334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A44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A44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A44"/>
                          </a:solidFill>
                          <a:latin typeface="Calibri"/>
                        </a:rPr>
                        <a:t>What the data becomes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A44"/>
                          </a:solidFill>
                          <a:latin typeface="Calibri"/>
                        </a:rPr>
                        <a:t>Who acts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Raw sessions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~50,000 chars of dated chat — the state history buried in noise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Card extraction (write)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prose → cards {value, date, verbatim quote}; ~20:1 smaller, state-lossless — the original is never read again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LLM, t=0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Compile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question → plan {op: count_changes, slot: employer} — the only “understanding” step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LLM (small)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Select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78 mixed cards → date-sorted slot pool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Filter (counting path)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stray cards ejected — model proposes with quote, code authorizes (75/602 removed)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LLM + code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Chain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pool → minimal transition sequence: 4 rows = 4 real changes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Execute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chain → the number (len − 1 = 3) — the answer is FIXED here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Phrase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evidence + fixed conclusion → natural language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Calibri"/>
              </a:rPr>
              <a:t>50,000 chars → 78 cards → 4 rows → 1 number → 1 sentence.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Only noise is ever dropped; determinism rises toward the answer; every intermediate is saved to disk — that is what “auditable” physically means, and why the batch-12 repair could localize its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Results — v2 Clean-Arena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576 questions · 144 chains · same reader, same judge · paired McNemar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097280"/>
                <a:gridCol w="2743200"/>
                <a:gridCol w="13716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Acc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Marginal gain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Plain retrieval (baseline)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48.61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 organize evidence (selection &amp; normalization)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62.67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+14.06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1.5e-08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 certify roles (current / superseded / not-yet)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65.62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+2.95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0.036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 code computes the conclusion  (full system)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75.87 → 78.82*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+10.24 (pre-repair)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1.8e-09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Cited reading protocol + raw transcript (control)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81.25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Cited protocol + OUR ledger  (headline config)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82.64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vs control: same acc, 1/5.5 cost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0.50 (n.s.)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Structure value (full system − baseline): +27.3pp, p = 2.2e-25 — on an arena with every known exploit removed.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* 78.82 = after this week's counting-path repair; the +10.24 margin and its p-value were measured pre-repair. Certification margin is +11.2 on v1, compressed to +2.95 on v2 (conventions moved into the question text) — itself a datapoint on where component value comes from.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4552E"/>
                </a:solidFill>
                <a:latin typeface="Calibri"/>
              </a:rPr>
              <a:t>v1 vs v2 absolute scores are not comparable: v2 is deliberately harder (exploits removed).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Results — 16 Systems, Same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60-question protocol · same reader, same judge · † = excluded from comparative claims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5394959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/>
                <a:gridCol w="1828800"/>
                <a:gridCol w="1005840"/>
              </a:tblGrid>
              <a:tr h="2834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Acc %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† LightRAG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graph RAG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† Graphiti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temporal graph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A4552E"/>
                          </a:solidFill>
                          <a:latin typeface="Calibri"/>
                        </a:rPr>
                        <a:t>Stamp-at-write ledger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write-time validity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A4552E"/>
                          </a:solidFill>
                          <a:latin typeface="Calibri"/>
                        </a:rPr>
                        <a:t>11.7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BM25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word overlap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obs-RAG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observation RAG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Mem0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memory product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26.7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LangMem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memory product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40.0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A-MEM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memory system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43.3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cognee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memory system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46.7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Summary-RAG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summarize + RAG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46.7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Plain retrieval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51.7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txtai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retrieval infra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53.3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lgstore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retrieval infra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55.0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date-line prompt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63.3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E7A57"/>
                          </a:solidFill>
                          <a:latin typeface="Calibri"/>
                        </a:rPr>
                        <a:t>QVF — organize only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our ablation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E7A57"/>
                          </a:solidFill>
                          <a:latin typeface="Calibri"/>
                        </a:rPr>
                        <a:t>70.0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E7A57"/>
                          </a:solidFill>
                          <a:latin typeface="Calibri"/>
                        </a:rPr>
                        <a:t>QVF — full system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E7A57"/>
                          </a:solidFill>
                          <a:latin typeface="Calibri"/>
                        </a:rPr>
                        <a:t>83.3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5544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Everything below the bold line scores WORSE than plain retrieval — most memory products actively hurt on state questions; the baseline is not a strawman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Mechanism autopsies per row: extraction loses chains; graph systems rank chit-chat edges above state edges; word overlap is a floor</a:t>
            </a:r>
          </a:p>
          <a:p>
            <a:pPr algn="l">
              <a:spcAft>
                <a:spcPts val="1200"/>
              </a:spcAft>
            </a:pPr>
            <a:r>
              <a:rPr sz="1450" b="1">
                <a:solidFill>
                  <a:srgbClr val="1F2A44"/>
                </a:solidFill>
                <a:latin typeface="Calibri"/>
              </a:rPr>
              <a:t>• Stamp-at-write ledger 11.7 = measured ceiling of write-time validity (Δ 71.6pp to ours) — guaranteed by mechanism, not engineering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† rows: integration gap vs genuine failure indistinguishable — reported but excluded from comparative claims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Headline configs (88.4 / 84.5) reported separately on the full 418-question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Concurrent Work — StateMem (arXiv 2608.19652, Aug 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“Can Agent Memory Systems Track Evolving State?” · Fan et al. · same lane, different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8A6A2F"/>
                </a:solidFill>
                <a:latin typeface="Calibri"/>
              </a:rPr>
              <a:t>How we differ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44"/>
                </a:solidFill>
                <a:latin typeface="Calibri"/>
              </a:rPr>
              <a:t>• Framing: they treat validity as a property of the memory (avoid answering with superseded states); we formalize validity as a function of (memory, query) — half our benchmark REQUIRES superseded states as evidence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44"/>
                </a:solidFill>
                <a:latin typeface="Calibri"/>
              </a:rPr>
              <a:t>• Mechanism: theirs lives at answer time (reading protocol + supersession-tagged store); ours at write time (dated, verbatim-anchored structure) + code execution + repair loop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44"/>
                </a:solidFill>
                <a:latin typeface="Calibri"/>
              </a:rPr>
              <a:t>• Benchmark: 234 synthetic scenarios, current-state probes, deterministic replay grading; ours: Wikidata-grounded real histories, aggregate questions, 3-rater human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2588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8A6A2F"/>
                </a:solidFill>
                <a:latin typeface="Calibri"/>
              </a:rPr>
              <a:t>What we can measure today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44"/>
                </a:solidFill>
                <a:latin typeface="Calibri"/>
              </a:rPr>
              <a:t>• Their transferable component — the reading protocol (Appendix F.1, cited verbatim) — fully evaluated on our arena: strongest non-QVF config, 84.45 @418 / 81.25 @576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1F2A44"/>
                </a:solidFill>
                <a:latin typeface="Calibri"/>
              </a:rPr>
              <a:t>• Same protocol + OUR ledger: statistically same accuracy (Δ +1.39, p=0.50) at 1/5.5 the read cost, and shuffle-robust — value sits in storage structure, not reading instructions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44"/>
                </a:solidFill>
                <a:latin typeface="Calibri"/>
              </a:rPr>
              <a:t>• Their own bench, small backbones: StateMem 36.3 (DeepSeek-V4-Flash) / 23.3 (Qwen-3.5-9B) vs strongest baseline 19.9 — not comparable to our numbers (different bench &amp; models)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StateMemBench: paper says “released”, no public repo found yet — full cross-evaluation pending; data request drafted, weekly recheck planned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Robustness — the Shuffle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same content, same dates — only the ORDER of entries is shuffled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96926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1190"/>
                <a:gridCol w="3230880"/>
                <a:gridCol w="2090569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Input form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Drop after shuffle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Significant?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Full transcript, read directly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4552E"/>
                          </a:solidFill>
                          <a:latin typeface="Calibri"/>
                        </a:rPr>
                        <a:t>−48.2  (85.5 → 37.3)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 = 5.7e-12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Reading protocol + raw transcript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−6.0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 = 0.006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Reading protocol + our ledger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E7A57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Code-computation path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E7A57"/>
                          </a:solidFill>
                          <a:latin typeface="Calibri"/>
                        </a:rPr>
                        <a:t>+0.9  (immune)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Calibri"/>
              </a:rPr>
              <a:t>Each level of structure removes a level of order-dependence.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Temporal awareness moved from “context order” (fragile, parasitic) into “date fields” (explicit, code-sorted).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This is the direct evidence for the framing: existing modules are insensitive to memory temporality.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Cost — What 100 Correct-ish Answers Buy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read-side, measured on the same 576 questions · haiku pricing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987551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104"/>
                <a:gridCol w="1899138"/>
                <a:gridCol w="1899138"/>
                <a:gridCol w="189913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Correct per 100 q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Cost per 100 q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tok/question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Plain retrieval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$0.13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884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QVF — code path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$0.27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2,258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QVF — ledger reading (headline)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$0.50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2,539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Protocol + raw transcript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$1.63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4552E"/>
                          </a:solidFill>
                          <a:latin typeface="Calibri"/>
                        </a:rPr>
                        <a:t>13,968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Full-context stuffing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$1.52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14,681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In the ≥75% accuracy tier, our two configs are the only cheap options — the sole same-accuracy alternative costs 5.5× more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Write side is a one-time investment ($6.14 / 105 stores) that amortizes with reuse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• Honest note: with prompt caching, full-context is 2.8× cheaper in total dollars — but is capped at ~50% at ANY budget (15× budget: no gain). Accuracy is not purchasable.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WikiState v2 — the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real entity histories · synthetic sessions · zero manual gold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Recipe: Wikidata property histories of real entities (employer / position / team / residence, ≥3 states) → rendered as dated first-person chat sessions with verbatim anchor sentences → questions + gold generated by code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v1: 105 chains / 418 questions → self-audit found 3 exploitable defects (answer-distribution skew · open-segment shortcut · N vs N−1 wording ambiguity)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v2: 144 chains / 576 questions — all three fixed: majority class ≤35%, final segment counts to Today, conventions printed in the question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“Arena self-audit and repair” goes into the paper — more credible than claiming a perfect benchmark.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Gold correctness is guaranteed by derivation: chains human-verified (next slide) + operators are code + conventions printed in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Human Verification Platform —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https://rate.wikistate.org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Every chain (144/144) independently verified by 3 raters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Raters see the chain table AND the full raw session log — anchor sentences highlighted in place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5 planted-error catch trials (shifted date, deleted row, swapped values, fabricated anchor/row) — attention is measured, not assumed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~60 items ≈ 2 hours per rater · 8 raters · self-paced, HTTPS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Output: Fleiss' κ + agreement + catch-trial pass rate → disagreements adjudicated → dataset v2.1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Annotator view (schematic)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29400" y="1691640"/>
          <a:ext cx="50292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256032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SOURCE SENTENCE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1985-11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Caltech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“officially started as a research fellow…”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1989-06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CERN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“Officially started at CERN today”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1995-10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Cambridge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“as of today I've officially started…”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3063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8A6A2F"/>
                </a:solidFill>
              </a:rPr>
              <a:t>RAW MEMORY — full session log (scroll)</a:t>
            </a:r>
          </a:p>
          <a:p>
            <a:r>
              <a:rPr sz="1000">
                <a:solidFill>
                  <a:srgbClr val="6B7280"/>
                </a:solidFill>
              </a:rPr>
              <a:t>Session 12 · 1989-06-01   </a:t>
            </a:r>
            <a:r>
              <a:rPr sz="1000">
                <a:solidFill>
                  <a:srgbClr val="1F2A44"/>
                </a:solidFill>
              </a:rPr>
              <a:t>“Officially started at CERN today, so please update my details — new badge, new office…”</a:t>
            </a:r>
          </a:p>
          <a:p>
            <a:r>
              <a:rPr sz="950">
                <a:solidFill>
                  <a:srgbClr val="6B7280"/>
                </a:solidFill>
              </a:rPr>
              <a:t>(anchor sentences highlighted in yellow on the real page)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Boundaries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the honest half of the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Boundaries (stated before anyone asks):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v1 vs v2 absolute scores are not comparable — v2 is deliberately harder; only within-arena margins are compared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Natural-corpus chain extraction is NOT solved: our own LoCoMo audit → 35% revision rate (over-merge 5/7, plan-as-state 2/7) → quantified in limitations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Parametric temporal drift (ChronoScope's disease) self-heals with model generations — store-side state selection (ours) does not: that is QVF's territory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Next: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Collect human-verification data → κ, catch-trial rates, dataset v2.1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Candidate external arenas scoped: TRACE (59 q, $3–5) · MemOps (403 dialogs / 2,006 QA, ~$35)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Paper drafting toward ACL / NAACL 2027 — system frozen, evidence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