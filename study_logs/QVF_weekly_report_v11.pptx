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15 页)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为什么该走「读取时 · 分型 · 代码裁决」:文献依据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study_logs);左两列是设计依据,右列本场第三幕实测检验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观点依据(发现支撑设计)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证明「记忆过时」是真实失效源;T1/T2+干扰会话 → 我们的考场底座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冲突必须先分型再施策 → 四物种设计、变更语言检查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时序冲突 ≠ 错误信息 → 不可变槽位表,拒绝一律「取最新」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连贯的错误信息会赢得模型信任 → 「永不让阅读器自己裁决」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全局警示会过度泛化 → 预言了注记式提示 14.6% 崩盘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本场实测检验(第三幕)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实测:时间线腐蚀(第 16 页)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实测:阶梯 + 九格矩阵(第 11/15 页)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实测:边界地图(第 18 页)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已补测:九格矩阵(第 15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16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+25.5pp——赢的是政策,不是形式;② 长上下文放大时效失败(陷阱 11→6、点时刻 15→9);③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唯一的回环:历史路发现链不全时,③裁决会回调 ①检索/②抽取 补证据(三种补全扫描,下页第 3 步展开)—— 主检索协议不变,只是按需追加查询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先考公开考场:20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commit;先公开基准、后自建(链版两格的深度拆解在下页);配对符号检验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自建(212)·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题(下页展开)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再进深度考场:自建 STALE-Chain 八配置阶梯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为什么需要自建:点时刻/轨迹两维只存在于多态链上,公开考场考不出 —— 上页已给公开基准的同方向判决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15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数据可信度四道防线:公开 STALE 的 CC BY 衍生(干扰会话复用原版)· 确定性验证器把关 · 跨家族判官 97.9% 一致 · 全新种子确认集 228 问逐位复现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第三幕 · 这些数字如何被验证:证伪驱动的循环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 —— 结果不是挑出来的,是杀剩下的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已在全新种子确认集复现(79.4%,69胜5负 p=9×10⁻¹⁶)—— 评审阻塞已关闭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14173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953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15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2026-08-06T02:05:07Z</dcterms:created>
  <dcterms:modified xsi:type="dcterms:W3CDTF">2026-08-06T02:05:07Z</dcterms:modified>
</cp:coreProperties>
</file>