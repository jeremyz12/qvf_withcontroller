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96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6274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QVF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868680" y="27432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查询条件化有效性过滤器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68680" y="35204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AAB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记忆过时问题的读取时裁决层 · 本周完善版汇报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68680" y="5074920"/>
            <a:ext cx="6309360" cy="777240"/>
          </a:xfrm>
          <a:prstGeom prst="roundRect">
            <a:avLst>
              <a:gd name="adj" fmla="val 11765"/>
            </a:avLst>
          </a:prstGeom>
          <a:solidFill>
            <a:srgbClr val="27306E"/>
          </a:solidFill>
          <a:ln w="12700">
            <a:solidFill>
              <a:srgbClr val="3A439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143000" y="507492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全部结果单 commit 可复现   </a:t>
            </a:r>
            <a:r>
              <a:rPr lang="en-US" sz="1400" dirty="0">
                <a:solidFill>
                  <a:srgbClr val="E9B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tag: freeze-20260805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周报 · 2026-08 第 1 周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问题:长期记忆会过时,而系统不知道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真实数据样例(STALE 基准条目 0)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577840" cy="4892040"/>
          </a:xfrm>
          <a:prstGeom prst="roundRect">
            <a:avLst>
              <a:gd name="adj" fmla="val 1682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77240" y="16642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一个记忆库,50 个会话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51560" y="2377440"/>
            <a:ext cx="0" cy="3291840"/>
          </a:xfrm>
          <a:prstGeom prst="line">
            <a:avLst/>
          </a:prstGeom>
          <a:noFill/>
          <a:ln w="31750">
            <a:solidFill>
              <a:srgbClr val="C4CD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932688" y="2487168"/>
            <a:ext cx="237744" cy="23774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1417320" y="2286000"/>
            <a:ext cx="4343400" cy="713232"/>
          </a:xfrm>
          <a:prstGeom prst="roundRect">
            <a:avLst>
              <a:gd name="adj" fmla="val 10256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600200" y="2286000"/>
            <a:ext cx="4069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2021-06  </a:t>
            </a: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 #13:「我住西雅图」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32688" y="3630168"/>
            <a:ext cx="237744" cy="237744"/>
          </a:xfrm>
          <a:prstGeom prst="ellipse">
            <a:avLst/>
          </a:prstGeom>
          <a:solidFill>
            <a:srgbClr val="C4CDE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1417320" y="3429000"/>
            <a:ext cx="4343400" cy="713232"/>
          </a:xfrm>
          <a:prstGeom prst="roundRect">
            <a:avLst>
              <a:gd name="adj" fmla="val 10256"/>
            </a:avLst>
          </a:prstGeom>
          <a:solidFill>
            <a:srgbClr val="EDF1F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1600200" y="3429000"/>
            <a:ext cx="4069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  </a:t>
            </a: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 个无关闲聊会话(干扰)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32688" y="4773168"/>
            <a:ext cx="237744" cy="23774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1417320" y="4572000"/>
            <a:ext cx="4343400" cy="713232"/>
          </a:xfrm>
          <a:prstGeom prst="roundRect">
            <a:avLst>
              <a:gd name="adj" fmla="val 10256"/>
            </a:avLst>
          </a:prstGeom>
          <a:solidFill>
            <a:srgbClr val="E9B8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600200" y="4572000"/>
            <a:ext cx="4069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2023-06  </a:t>
            </a: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 #33:「搬到奥斯汀了」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58064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旧记忆不会被删除 —— 它一直躺在库里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55080" y="1463040"/>
            <a:ext cx="5349240" cy="4892040"/>
          </a:xfrm>
          <a:prstGeom prst="roundRect">
            <a:avLst>
              <a:gd name="adj" fmla="val 1682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629400" y="166420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对同一个库问三类问题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629400" y="2295144"/>
            <a:ext cx="384048" cy="384048"/>
          </a:xfrm>
          <a:prstGeom prst="ellipse">
            <a:avLst/>
          </a:prstGeom>
          <a:solidFill>
            <a:srgbClr val="1F7A3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6629400" y="2287829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178040" y="224028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现在住哪?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78040" y="260604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需要识别更替 → 答奥斯汀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629400" y="3346704"/>
            <a:ext cx="384048" cy="384048"/>
          </a:xfrm>
          <a:prstGeom prst="ellipse">
            <a:avLst/>
          </a:prstGeom>
          <a:solidFill>
            <a:srgbClr val="B3400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629400" y="3339389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178040" y="329184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既然住西雅图,推荐社区资源?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178040" y="365760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题目预设过时状态 → 需要反驳(陷阱)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629400" y="439826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6629400" y="4390949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178040" y="434340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住过哪些城市 / 4 月时住哪?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178040" y="470916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旧状态是答案的一部分 → 不能删!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29400" y="5440680"/>
            <a:ext cx="4800600" cy="713232"/>
          </a:xfrm>
          <a:prstGeom prst="roundRect">
            <a:avLst>
              <a:gd name="adj" fmla="val 1025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6812280" y="5440680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有效性不是记忆自身的属性 —— 同一条记忆,换个问题就翻转(「查询条件化」)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为什么难:三种失败机制,砸算力买不动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对直读失败做逐题定量解剖(错误机制分类学)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566160" cy="2514600"/>
          </a:xfrm>
          <a:prstGeom prst="roundRect">
            <a:avLst>
              <a:gd name="adj" fmla="val 3273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点时刻错误中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「区间推理拒绝」占比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318211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状态摆在眼前,模型拒绝做日期推理,答「无信息」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25112" y="1463040"/>
            <a:ext cx="3566160" cy="2514600"/>
          </a:xfrm>
          <a:prstGeom prst="roundRect">
            <a:avLst>
              <a:gd name="adj" fmla="val 3273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4325112" y="16916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4553712" y="25603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陷阱错误中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「前提采纳」占比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99432" y="318211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顺着题目预设的过时值说(谄媚性)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47304" y="1463040"/>
            <a:ext cx="3566160" cy="2514600"/>
          </a:xfrm>
          <a:prstGeom prst="roundRect">
            <a:avLst>
              <a:gd name="adj" fmla="val 3273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8147304" y="16916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8375904" y="25603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轨迹错误中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「链截断」占比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421624" y="318211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漏掉最早 / 中间状态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4251960"/>
            <a:ext cx="11183112" cy="2103120"/>
          </a:xfrm>
          <a:prstGeom prst="roundRect">
            <a:avLst>
              <a:gd name="adj" fmla="val 3913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777240" y="4434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两组关键对照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48006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陷阱免疫买不来:</a:t>
            </a:r>
            <a:r>
              <a:rPr lang="en-US" sz="14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前提陷阱维(STALE 等成本套件 55 题/模型):haiku 3/55 · sonnet-5 5/55 · gpt-5 5/55 —— 任何档位直读都塌方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提示词实验:</a:t>
            </a:r>
            <a:r>
              <a:rPr lang="en-US" sz="14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(STALE-Chain 212 问)一句话提醒 +3.8pp;完整有效性标注不删除 → 崩到 14.6%;把本工作解剖出的政策写成提示 → +25.5pp(但跨分布不稳,第 14 页)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结论:</a:t>
            </a:r>
            <a:r>
              <a:rPr lang="en-US" sz="14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赢的是「裁决政策」——先纠前提/按日期取态/给全链;政策的稳定交付要靠代码(区间算术九格全胜、跨分布零漂移、可审计)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这项工作新在哪:四个贡献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 / 基准 / 方法 / 发现 —— 每一项都有配对实验背书,而非声明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577840" cy="2331720"/>
          </a:xfrm>
          <a:prstGeom prst="roundRect">
            <a:avLst>
              <a:gd name="adj" fmla="val 3529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731520" y="1618488"/>
            <a:ext cx="914400" cy="420624"/>
          </a:xfrm>
          <a:prstGeom prst="roundRect">
            <a:avLst>
              <a:gd name="adj" fmla="val 1739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31520" y="161848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783080" y="1563624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有效性 = 记忆 × 问题 的属性(「查询条件化」)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9808" y="2167128"/>
            <a:ext cx="51206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同一条旧记忆:问「现在」它是待删噪声;问「那天 / </a:t>
            </a:r>
            <a:r>
              <a:rPr lang="en-US" sz="1100" dirty="0" err="1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怎么变的」它是</a:t>
            </a:r>
            <a:r>
              <a:rPr lang="en-US" altLang="zh-CN" sz="1100" dirty="0" err="1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Gold</a:t>
            </a:r>
            <a:r>
              <a:rPr lang="en-US" altLang="zh-CN" sz="11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altLang="zh-CN" sz="1100" dirty="0" err="1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Answer</a:t>
            </a:r>
            <a:r>
              <a:rPr lang="en-US" sz="1100" dirty="0" err="1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。推论:裁决只能放在唯一看得见问题的位置</a:t>
            </a:r>
            <a:r>
              <a:rPr lang="en-US" sz="11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—— 读取时。写入时整理(Mem0 类)结构性丢历史,第 15 页实测印证。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81928" y="1417320"/>
            <a:ext cx="5577840" cy="2331720"/>
          </a:xfrm>
          <a:prstGeom prst="roundRect">
            <a:avLst>
              <a:gd name="adj" fmla="val 3529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6510528" y="1618488"/>
            <a:ext cx="914400" cy="420624"/>
          </a:xfrm>
          <a:prstGeom prst="roundRect">
            <a:avLst>
              <a:gd name="adj" fmla="val 17391"/>
            </a:avLst>
          </a:prstGeom>
          <a:solidFill>
            <a:srgbClr val="8A6D1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6510528" y="161848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562088" y="1563624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STALE-Chain:第一个「旧状态有时就是答案」的对话记忆基准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28816" y="2167128"/>
            <a:ext cx="51206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原版 STALE 里旧记忆永远是错误答案 ——「一律删旧」策略即可满分,写入时删除的缺陷根本考不出来。扩成 3-5 态演化链 + 点时刻/轨迹两维后,删旧策略在半数题型上必死。60 生成 53 过确定性验证。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931920"/>
            <a:ext cx="5577840" cy="2331720"/>
          </a:xfrm>
          <a:prstGeom prst="roundRect">
            <a:avLst>
              <a:gd name="adj" fmla="val 3529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731520" y="4133088"/>
            <a:ext cx="914400" cy="420624"/>
          </a:xfrm>
          <a:prstGeom prst="roundRect">
            <a:avLst>
              <a:gd name="adj" fmla="val 17391"/>
            </a:avLst>
          </a:prstGeom>
          <a:solidFill>
            <a:srgbClr val="153A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731520" y="413308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783080" y="4078224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零训练、全可审计的确定性裁决层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49808" y="4681728"/>
            <a:ext cx="51206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只做语义感知(档案卡),~150 行普通 Python 做全部决策:每个删除决定可追溯、可单元测试,判分重跑 50 题 0 </a:t>
            </a:r>
            <a:r>
              <a:rPr lang="en-US" sz="1100" dirty="0" err="1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翻转</a:t>
            </a:r>
            <a:r>
              <a:rPr lang="en-US" sz="11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</a:p>
          <a:p>
            <a:pPr marL="0" indent="0">
              <a:buNone/>
            </a:pPr>
            <a:r>
              <a:rPr lang="en-US" sz="1100" dirty="0" err="1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对照:把裁决交回模型</a:t>
            </a:r>
            <a:r>
              <a:rPr lang="en-US" sz="11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(注记式)崩到 14.6%。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81928" y="3931920"/>
            <a:ext cx="5577840" cy="2331720"/>
          </a:xfrm>
          <a:prstGeom prst="roundRect">
            <a:avLst>
              <a:gd name="adj" fmla="val 3529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6510528" y="4133088"/>
            <a:ext cx="914400" cy="420624"/>
          </a:xfrm>
          <a:prstGeom prst="roundRect">
            <a:avLst>
              <a:gd name="adj" fmla="val 17391"/>
            </a:avLst>
          </a:prstGeom>
          <a:solidFill>
            <a:srgbClr val="1F7A3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510528" y="413308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562088" y="4078224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三个反直觉的实验事实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28816" y="4681728"/>
            <a:ext cx="51206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注记不删除 14.6% ≪ 物理删除 59.2%,但好政策提示 +25.5pp——</a:t>
            </a:r>
            <a:r>
              <a:rPr lang="en-US" sz="1100" dirty="0" err="1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赢的是政策,不是形式</a:t>
            </a:r>
            <a:r>
              <a:rPr lang="en-US" sz="11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;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长上下文放大时效失败(陷阱 11→6、点时刻 15→9);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政策的两种交付各有物理性格:提示版天花板随读者升(gpt 点时刻 96%)但随分布/读者漂移;代码版是不随读者、不随分布的稳定地板(区间算术 72-81% 恒定)。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QVF:五段流水线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设计原则:LLM 只做语义感知,所有决策是约 150 行可审计的 Python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2121408" cy="1508760"/>
          </a:xfrm>
          <a:prstGeom prst="roundRect">
            <a:avLst>
              <a:gd name="adj" fmla="val 6061"/>
            </a:avLst>
          </a:prstGeom>
          <a:solidFill>
            <a:srgbClr val="27306E"/>
          </a:solidFill>
          <a:ln/>
          <a:effectLst>
            <a:outerShdw blurRad="1270" dist="381" dir="5400000" algn="bl" rotWithShape="0">
              <a:srgbClr val="6A7089">
                <a:alpha val="3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612648" y="170078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94360" y="2121408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稠密 top-10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(最优配置:全上下文)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06040" y="2084832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9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898648" y="1554480"/>
            <a:ext cx="2121408" cy="1508760"/>
          </a:xfrm>
          <a:prstGeom prst="roundRect">
            <a:avLst>
              <a:gd name="adj" fmla="val 6061"/>
            </a:avLst>
          </a:prstGeom>
          <a:solidFill>
            <a:srgbClr val="1E2761"/>
          </a:solidFill>
          <a:ln/>
          <a:effectLst>
            <a:outerShdw blurRad="1270" dist="381" dir="5400000" algn="bl" rotWithShape="0">
              <a:srgbClr val="6A7089">
                <a:alpha val="3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3008376" y="170078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抽取 · LLM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2990088" y="2121408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 → 结构化档案卡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逐字锚点 · 物种标签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01768" y="2084832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9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294376" y="1554480"/>
            <a:ext cx="2121408" cy="1508760"/>
          </a:xfrm>
          <a:prstGeom prst="roundRect">
            <a:avLst>
              <a:gd name="adj" fmla="val 6061"/>
            </a:avLst>
          </a:prstGeom>
          <a:solidFill>
            <a:srgbClr val="153A7A"/>
          </a:solidFill>
          <a:ln/>
          <a:effectLst>
            <a:outerShdw blurRad="1270" dist="381" dir="5400000" algn="bl" rotWithShape="0">
              <a:srgbClr val="6A7089">
                <a:alpha val="3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5404104" y="170078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裁决 · 代码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5385816" y="2121408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删过时 / 算区间 / 拼轨迹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按问题类型分路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97496" y="2084832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9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690104" y="1554480"/>
            <a:ext cx="2121408" cy="1508760"/>
          </a:xfrm>
          <a:prstGeom prst="roundRect">
            <a:avLst>
              <a:gd name="adj" fmla="val 6061"/>
            </a:avLst>
          </a:prstGeom>
          <a:solidFill>
            <a:srgbClr val="1E2761"/>
          </a:solidFill>
          <a:ln/>
          <a:effectLst>
            <a:outerShdw blurRad="1270" dist="381" dir="5400000" algn="bl" rotWithShape="0">
              <a:srgbClr val="6A7089">
                <a:alpha val="3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7799832" y="170078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投喂 · 减法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7781544" y="2121408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只删被证实过时的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其余全保留 + 注记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793224" y="2084832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9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10085832" y="1554480"/>
            <a:ext cx="2121408" cy="1508760"/>
          </a:xfrm>
          <a:prstGeom prst="roundRect">
            <a:avLst>
              <a:gd name="adj" fmla="val 6061"/>
            </a:avLst>
          </a:prstGeom>
          <a:solidFill>
            <a:srgbClr val="27306E"/>
          </a:solidFill>
          <a:ln/>
          <a:effectLst>
            <a:outerShdw blurRad="1270" dist="381" dir="5400000" algn="bl" rotWithShape="0">
              <a:srgbClr val="6A7089">
                <a:alpha val="3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10195560" y="170078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阅读器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0177272" y="2121408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普通模型正常答题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3429000"/>
            <a:ext cx="5852160" cy="2880360"/>
          </a:xfrm>
          <a:prstGeom prst="roundRect">
            <a:avLst>
              <a:gd name="adj" fmla="val 2857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777240" y="3611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档案卡(抽取输出)示例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" y="4023360"/>
            <a:ext cx="5303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实体: </a:t>
            </a:r>
            <a:r>
              <a:rPr lang="en-US" sz="130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    </a:t>
            </a: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槽位: </a:t>
            </a:r>
            <a:r>
              <a:rPr lang="en-US" sz="130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居住城市    </a:t>
            </a: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值: </a:t>
            </a:r>
            <a:r>
              <a:rPr lang="en-US" sz="130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Austin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原文锚点: </a:t>
            </a:r>
            <a:r>
              <a:rPr lang="en-US" sz="1300" i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“settling into my new place in Austin”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(必须逐字,防幻觉 —— 代码可核对)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关系: </a:t>
            </a: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replacement → 指向「西雅图」那条记录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629400" y="3429000"/>
            <a:ext cx="5074920" cy="2880360"/>
          </a:xfrm>
          <a:prstGeom prst="roundRect">
            <a:avLst>
              <a:gd name="adj" fmla="val 2857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6858000" y="36118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失效四物种(处理方式完全不同)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858000" y="4041648"/>
            <a:ext cx="868680" cy="420624"/>
          </a:xfrm>
          <a:prstGeom prst="roundRect">
            <a:avLst>
              <a:gd name="adj" fmla="val 15217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6858000" y="4041648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替换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863840" y="404164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搬家 → 删旧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858000" y="4608576"/>
            <a:ext cx="868680" cy="420624"/>
          </a:xfrm>
          <a:prstGeom prst="roundRect">
            <a:avLst>
              <a:gd name="adj" fmla="val 15217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6858000" y="4608576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矛盾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863840" y="4608576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说法打架、无更新语言 → 并呈+佐证计数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858000" y="5175504"/>
            <a:ext cx="868680" cy="420624"/>
          </a:xfrm>
          <a:prstGeom prst="roundRect">
            <a:avLst>
              <a:gd name="adj" fmla="val 15217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6858000" y="5175504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终止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7863840" y="5175504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「不健身了」→ 声明即答案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858000" y="5742432"/>
            <a:ext cx="868680" cy="420624"/>
          </a:xfrm>
          <a:prstGeom prst="roundRect">
            <a:avLst>
              <a:gd name="adj" fmla="val 15217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6858000" y="574243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7863840" y="5742432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上班咖啡/周末茶 → 共存,永不互删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一个问题的完整生命周期(历史路)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「2025 年 4 月 10 日那天,我在吃什么?」 真实答案:生酮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9047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48640" y="1483157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417320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291840" y="1417320"/>
            <a:ext cx="8366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top-10 命中「地中海(6月)」「纯素(11月)」;但「生酮(1月)」漏网 —— “started keto” 不含「饮食」一词,向量认不出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1892808"/>
            <a:ext cx="0" cy="457200"/>
          </a:xfrm>
          <a:prstGeom prst="line">
            <a:avLst/>
          </a:prstGeom>
          <a:noFill/>
          <a:ln w="19050">
            <a:solidFill>
              <a:srgbClr val="C4CD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48640" y="235000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548640" y="2342693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276856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抽取 + 范围门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291840" y="2276856"/>
            <a:ext cx="8366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档案卡两张;题面含具体日期 → 代码强制走历史路(不信 LLM 的范围分类)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2752344"/>
            <a:ext cx="0" cy="457200"/>
          </a:xfrm>
          <a:prstGeom prst="line">
            <a:avLst/>
          </a:prstGeom>
          <a:noFill/>
          <a:ln w="19050">
            <a:solidFill>
              <a:srgbClr val="C4CD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548640" y="320954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548640" y="3202229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3136392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链组装 + 补全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291840" y="3136392"/>
            <a:ext cx="8366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发现问的日期早于全部已知状态 → 三种补全扫描(值线索反查 / 同会话邻座轮 / 日期窗口语义识别)→ 找回「生酮 01-14」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3611880"/>
            <a:ext cx="0" cy="457200"/>
          </a:xfrm>
          <a:prstGeom prst="line">
            <a:avLst/>
          </a:prstGeom>
          <a:noFill/>
          <a:ln w="19050">
            <a:solidFill>
              <a:srgbClr val="C4CD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548640" y="4069080"/>
            <a:ext cx="384048" cy="384048"/>
          </a:xfrm>
          <a:prstGeom prst="ellipse">
            <a:avLst/>
          </a:prstGeom>
          <a:solidFill>
            <a:srgbClr val="E9B8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548640" y="4061765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7280" y="3995928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区间算术(纯代码)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291840" y="3995928"/>
            <a:ext cx="8366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最后一个 日期 ≤ 04-10 的状态 = 生酮 ✓  —— 一行循环,可单元测试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" y="4471416"/>
            <a:ext cx="0" cy="457200"/>
          </a:xfrm>
          <a:prstGeom prst="line">
            <a:avLst/>
          </a:prstGeom>
          <a:noFill/>
          <a:ln w="19050">
            <a:solidFill>
              <a:srgbClr val="C4CD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548640" y="492861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548640" y="4921301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97280" y="4855464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注记投喂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3291840" y="4855464"/>
            <a:ext cx="8366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「于 2025-04-10,饮食方案为生酮(录于01-14,至06-02未变)。这就是答案,不得声称该日期无信息」—— 命令式是实验定的:软化版被证伪 −6pp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31520" y="5330952"/>
            <a:ext cx="0" cy="457200"/>
          </a:xfrm>
          <a:prstGeom prst="line">
            <a:avLst/>
          </a:prstGeom>
          <a:noFill/>
          <a:ln w="19050">
            <a:solidFill>
              <a:srgbClr val="C4CD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548640" y="578815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548640" y="5780837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97280" y="5715000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阅读器作答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3291840" y="5715000"/>
            <a:ext cx="8366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「你那天在吃生酮」 ✓   (若问「现在吃什么」则走另一条手术路:删掉生酮与地中海轮)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同一系统,问当前态时走另一条路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「我现在的饮食方案是什么?」 —— 裁决分支按优先级(全部是代码)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58952" y="157276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不可变槽位?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58952" y="196596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生日/兄弟数(正则表)→ 永不「取最新」,并呈 + 佐证计数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72200" y="146304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6428232" y="157276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终止声明?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28232" y="196596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删被终止状态,保留声明本身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761488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58952" y="287121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≥2 个不同条件?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58952" y="3264408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共存不删,注明「按问题所问的条件作答」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2761488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428232" y="287121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矛盾对(无更新语言)?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28232" y="3264408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全量投喂给专用矛盾阅读器 ——「近因不是证据」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4059936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7E2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758952" y="416966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替换对 → 删旧轮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58952" y="4562856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先过时间检查:被删轮必须严格早于替换轮(维基差分实测:缺这行 100%→74%)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4059936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6428232" y="416966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题面引用旧值?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28232" y="4562856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追加反驳注记:「题目预设的生酮已过时,现为纯素」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2920" y="5486400"/>
            <a:ext cx="11183112" cy="868680"/>
          </a:xfrm>
          <a:prstGeom prst="roundRect">
            <a:avLst>
              <a:gd name="adj" fmla="val 947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777240" y="548640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B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减法原则的数学性质:</a:t>
            </a: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只删被证实过时的 → 若旧状态未被检索到,QVF 什么都不动 —— 结构上不可能伤害已答对的题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代码结构与本周工作流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github.com/jeremyz12/qvf_withcontroller @ freeze-20260805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83112" cy="91440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79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模块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职责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关键内容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qvf/engine_bridge.py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抽取契约(心脏)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档案卡 schema + 11 条规则提示词;矛盾阅读器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scripts/run_decisive_stale.py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裁决层 + 运行器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run_minimal_rules():~150 行裁决;30+ 实验臂注册表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qvf/retrieval.py · judge.py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检索 / 判官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双后端稠密检索;LongMemEval 官方判分协议(盲审 κ=0.979)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eval/(7 个加载器)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基准归一化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七个数据集 → 统一接口,运行器无感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scripts/gen_stale_chain.py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自建基准生成器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opus 生成 + 确定性验证器(逐字/日期递增/值互异)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617720"/>
            <a:ext cx="11183112" cy="1783080"/>
          </a:xfrm>
          <a:prstGeom prst="roundRect">
            <a:avLst>
              <a:gd name="adj" fmla="val 4615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777240" y="4800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本周实际运转的科研循环(证伪驱动)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51937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失败法证(逐题解剖)→ 提出规则 → dev 配对检验 → 过线才留、不过就地证伪留注释 → 新鲜切片确认 → 冻结版全量重跑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565099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3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条候选被证伪(MMR、软注记、死路升级…)   </a:t>
            </a:r>
            <a:r>
              <a:rPr lang="en-US" sz="2000" b="1" dirty="0">
                <a:solidFill>
                  <a:srgbClr val="B3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次 dev 假象被新鲜切片拦截 —— 全部公开在 README 注册表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评测设置:七个数据集 × 两套模型栈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配对协议:同一道题,直读与 +QVF 各答一次,判官统一(claude-opus,人工盲审 κ=0.979)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83112" cy="91440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93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数据集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是什么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在本工作中的角色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STALE-400(公开, CC BY)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400 条目×3 问;50 会话干草堆藏新旧状态对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主基准(1200 题全量,双栈)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STALE-Chain(自建扩展)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把 2 态对扩为 3-5 态演化链,四个探测维(当前/陷阱/点时刻/轨迹);60 生成 53 过确定性验证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深度裁决能力主战场;53 条「留出集」= 从未参与开发调试的题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TempReason(ACL 2023, 公开)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真实维基人物时序状态问答;自带干净/原文两种证据形态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外部有效性主证 + 正交性消融轴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HoH(ACL 2025, 公开)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真实维基编辑差分:当前版 + 过时版各带时间戳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删除时间检查的消融证明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LongMemEval / LoCoMo(公开)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社区标准的助手记忆基准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与竞品同场 + 无害性对照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MemConflict(公开)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时序 / 错误信息 / 条件共存三种冲突分层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方法边界的精确地图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5303520"/>
            <a:ext cx="11183112" cy="1051560"/>
          </a:xfrm>
          <a:prstGeom prst="roundRect">
            <a:avLst>
              <a:gd name="adj" fmla="val 7826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777240" y="5303520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为什么自建 STALE-Chain:</a:t>
            </a: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原版 STALE 每题只有 A/B 两个候选状态(二选一,测不了日期区间与链式推理)。扩展后:多态链 + 点时刻/轨迹两个新维度;生成用 opus、判分 opus 但经跨家族判官复核(97.9% 一致)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主线结果:同一批 212 问,七种配置的阶梯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以下每个数字都来自 STALE-Chain 留出集的同一批题、同一判官 —— 只有「配置」在变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183112" cy="914400"/>
        </p:xfrm>
        <a:graphic>
          <a:graphicData uri="http://schemas.openxmlformats.org/drawingml/2006/table">
            <a:tbl>
              <a:tblPr/>
              <a:tblGrid>
                <a:gridCol w="4297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56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配置(阅读器 + 处理)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准确率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与上一级的差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haiku 直读(top-10)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39.6%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基线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haiku + 时效提示词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43.4%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+3.8pp(提示词的全部作用)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gpt-5-mini 直读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43.4%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换更强模型 ≈ 提示词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sonnet-5 直读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47.2%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再升一档 +3.8pp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sonnet-5 + 时效提示词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50.5%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强模型+提示词的上限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haiku + QVF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59.2%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确定性裁决,确认集复现 +25pp(53.1→78.1)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haiku + timeline-CoT 政策提示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65.1%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把本工作的政策写成提示 —— 有效但跨分布不稳(第 14 页)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haiku + QVF + 全上下文(组合)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78.3%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新种子确认集 79.4% —— 逐位复现,阻塞关闭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5074920"/>
            <a:ext cx="11183112" cy="1298448"/>
          </a:xfrm>
          <a:prstGeom prst="roundRect">
            <a:avLst>
              <a:gd name="adj" fmla="val 633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777240" y="5193792"/>
            <a:ext cx="10698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配对判决(同题逐一对比):</a:t>
            </a:r>
            <a:endParaRPr lang="en-US" sz="13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haiku+QVF vs sonnet 直读:多胜 26 题(p=2×10⁻⁵) · vs sonnet+提示词:多胜 19 题(p=0.0013) · vs 政策提示:原批 25胜37负 / 新种子确认集 34胜12负(p=0.00082)—— 提示随分布漂移,规则不动</a:t>
            </a:r>
            <a:endParaRPr lang="en-US" sz="13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读法:模型升档每级约 +4pp,弱提示 +3pp;「裁决政策」值 +20~25pp —— 算力是慢车道,政策是快车道,政策的稳定交付靠代码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泛化:同一套代码在其余基准上的 20 格总表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全部出自 freeze-20260805 单 commit;统一口径:基准(题数)· 栈;配对符号检验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83112" cy="914400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33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显著净胜(8 格)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直读 → +QVF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配对判决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STALE-400(1200)· gpt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24.7% → 38.8%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169 题, p=6×10⁻³⁰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STALE-400(1200)· haiku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27.9% → 32.7%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57 题, p=7×10⁻⁶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STALE-Chain(212)· haiku / gpt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39.6→59.2% / 43.4→52.8%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多胜 42 题 / 多胜 20 题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TempReason 原文(200)· haiku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30.2% → 36.7%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13 题, p=0.0022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TempReason 干净(200)· haiku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94.9% → 99.5%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9 题(9胜0负)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HoH(200)· haiku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95.0% → 98.0%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6 题(6胜0负)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LongMemEval 时间推理(133)· gpt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47.4% → 59.4%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16 题, p=0.0057(社区标准基准)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5029200"/>
            <a:ext cx="5440680" cy="1325880"/>
          </a:xfrm>
          <a:prstGeom prst="roundRect">
            <a:avLst>
              <a:gd name="adj" fmla="val 6207"/>
            </a:avLst>
          </a:prstGeom>
          <a:solidFill>
            <a:srgbClr val="FFF3F0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731520" y="5138928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格显著负(如实报):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TempReason 干净(200)· gpt:直读已 100% 满分,装 QVF 掉到 95%(0胜10负)—— 饱和区不该装,边界律的最干净量化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263640" y="5029200"/>
            <a:ext cx="5440680" cy="1325880"/>
          </a:xfrm>
          <a:prstGeom prst="roundRect">
            <a:avLst>
              <a:gd name="adj" fmla="val 6207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6492240" y="5138928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 11 格:统计中性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MemConflict / LoCoMo / LME-KU 等 —— 无任何显著伤害;「哪里平」与「哪里赢」一样是发现(适用边界)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21208" y="641908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统计敏感性:20 格按条目聚类(STALE 3 问/条、Chain 4 问/条)重算符号检验 —— 显著性无一翻转(2026-08-07)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机制:长上下文治不了时效,反而加重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仍是主线那批 STALE-Chain 212 问 —— 上下文量与有效性裁决是两条正交轴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83112" cy="91440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647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配置(各维 53 题)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当前态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前提陷阱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点时刻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总分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top-10 直读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39.6%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全上下文直读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 ↑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B340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 ↓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B340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↓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48 ↑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53.3%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全上下文 + QVF 裁决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52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44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49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78.3%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3794760"/>
            <a:ext cx="7223760" cy="2606040"/>
          </a:xfrm>
          <a:prstGeom prst="roundRect">
            <a:avLst>
              <a:gd name="adj" fmla="val 315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777240" y="4023360"/>
            <a:ext cx="6720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塞全部记忆:</a:t>
            </a:r>
            <a:r>
              <a:rPr lang="en-US" sz="13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治好「没读到」(轨迹 21→48),却放大「读到但用错」—— 过时状态全摆眼前:陷阱 11→6、点时刻 15→9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QVF 恰好治后者:</a:t>
            </a:r>
            <a:r>
              <a:rPr lang="en-US" sz="13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两轴叠加 39.6% → 78.3%,接近翻倍(vs 全上下文直读:QVF 多胜 53 题,56胜3负,p=6×10⁻¹⁴)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注:</a:t>
            </a:r>
            <a:r>
              <a:rPr lang="en-US" sz="12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78.3% 为开发期配置上限,新种子确认集进行中(评审要求)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001000" y="3794760"/>
            <a:ext cx="3685032" cy="2606040"/>
          </a:xfrm>
          <a:prstGeom prst="roundRect">
            <a:avLst>
              <a:gd name="adj" fmla="val 315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8092440" y="41148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78.3%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8092440" y="495604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全上下文 + 裁决(组合配置)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直读 39.6% → 接近翻倍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检索的结构性不对称:陷阱必到场,解药未必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top-10 金证据命中率实测(STALE-400 抽样 50 条 150 问;dense 检索,与主实验同协议)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6903720" cy="914400"/>
        </p:xfrm>
        <a:graphic>
          <a:graphicData uri="http://schemas.openxmlformats.org/drawingml/2006/table">
            <a:tbl>
              <a:tblPr/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问法(各 50 题)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旧态命中(=陷阱)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新态命中(=答案)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旧+新全覆盖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dim1 直接问「现在住哪」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B340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dim2 陷阱问「既然住西雅图…」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B340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92%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92%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dim3 自然问(不点名状态)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78%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74%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B340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58%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合计(150 问)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B340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93%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82%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77%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069080"/>
            <a:ext cx="6903720" cy="1051560"/>
          </a:xfrm>
          <a:prstGeom prst="roundRect">
            <a:avLst>
              <a:gd name="adj" fmla="val 782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777240" y="406908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过时记忆是结构性必然在场的(93-100%),而答案有 18% 概率缺席。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直读的失败不是运气差 —— 裁决层是对「陷阱常驻」这一检索现实的对症处理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680960" y="1463040"/>
            <a:ext cx="4005072" cy="3657600"/>
          </a:xfrm>
          <a:prstGeom prst="roundRect">
            <a:avLst>
              <a:gd name="adj" fmla="val 2250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7909560" y="16276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三个推论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909560" y="2011680"/>
            <a:ext cx="3566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陷阱题证据覆盖最好(92%)却错得最多</a:t>
            </a:r>
            <a:endParaRPr lang="en-US" sz="11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死因是前提采纳(错误中占 88%),不是证据不足 —— 光修检索救不了它</a:t>
            </a:r>
            <a:endParaRPr lang="en-US" sz="11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全覆盖只有 77% → 检索是独立的第二瓶颈</a:t>
            </a:r>
            <a:endParaRPr lang="en-US" sz="11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与正交分解一致:补检索 +14pp,补裁决 +25pp,两轴互不替代</a:t>
            </a:r>
            <a:endParaRPr lang="en-US" sz="11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Chain 上整条链全进 top-10 仅 63%</a:t>
            </a:r>
            <a:endParaRPr lang="en-US" sz="11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轨迹维所需全链覆盖仅 55% —— 这就是三种链补全扫描存在的理由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21208" y="63550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旧态命中 = 检索把过时状态送进上下文的比率;oracle 注入实测:检索缺口对直读值 +14.7pp(34.0→48.7%),但陷阱维证据全齐仍只有 8% —— 完整九格矩阵见下页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 × 检索质量:九格矩阵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STALE-Chain 原批 212 问,行=检索质量,列=政策交付方式;oracle=金证据强制注入 top-10(2026-08-07)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83112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35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检索 \ 政策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直读(无政策)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timeline-CoT 提示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确定性裁决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dense top-10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39.6%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65.1%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59.2%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全上下文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53.3%(陷阱/点时刻塌方)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84.4%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78.3%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oracle(gold 100%)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60.8%(点时刻 8/53!)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83.0%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87.3%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3749040"/>
            <a:ext cx="5532120" cy="2606040"/>
          </a:xfrm>
          <a:prstGeom prst="roundRect">
            <a:avLst>
              <a:gd name="adj" fmla="val 315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777240" y="3913632"/>
            <a:ext cx="50292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四条读法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有政策 ≫ 无政策:每一行,带政策都碾压直读(政策 = 纠前提/按日取态/给全链,来自本工作错误解剖)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提示强在证据不齐时的均值;裁决强在证据利用率斜率(dense→oracle:直读 +21、QVF +28,全场最陡)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haiku 上点时刻九格全由代码称王(43/53 vs 32/53);gpt 读者被提示救到 51/53 —— 提示交付依赖读者能力,代码交付不依赖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87.3% = 该基准已知最优配置;检索越进步,裁决层增益越大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263640" y="3749040"/>
            <a:ext cx="5440680" cy="2606040"/>
          </a:xfrm>
          <a:prstGeom prst="roundRect">
            <a:avLst>
              <a:gd name="adj" fmla="val 3158"/>
            </a:avLst>
          </a:prstGeom>
          <a:solidFill>
            <a:srgbClr val="FFF7E2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6492240" y="3913632"/>
            <a:ext cx="49834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8A6D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如实报:提示与裁决的两批对决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原批(212 问):提示领先 —— top-10 下 37胜25负(p=0.081)、全文下 28胜15负(p=0.033)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新种子确认集(228 问):QVF 反超 —— top-10 下 34胜12负(p=0.00082 显著)、全文下持平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合并 440 问:均值打平;但提示的相对位置随分布翻转(±10pp 级),QVF 的配对增量两批几乎复刻 —— 稳定性本身就是确定性裁决的论据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A6D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gpt 读者(原批):提示 72.6% ≫ QVF 52.8%(57胜15负)—— 提示天花板随读者升;QVF 是不随读者/分布的地板(下周:gpt×确认集)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与现有记忆系统对照:Mem0(写入时范式)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 = STALE-Chain 留出集前 20 条(80 问,四维各 20);同阅读器同判官,唯一变量 = 记忆层哲学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7589520" cy="9144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维度(各 20 题)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Mem0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差值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当前态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6A708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少胜 2 题(n 小,视为持平)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前提陷阱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2 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点时刻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7 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8 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总分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41.2%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60.0%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+18.8pp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366760" y="1417320"/>
            <a:ext cx="3319272" cy="2651760"/>
          </a:xfrm>
          <a:prstGeom prst="roundRect">
            <a:avLst>
              <a:gd name="adj" fmla="val 3103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8549640" y="16002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它的设计目标它确实最强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549640" y="210312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当前态 0.85 全场最佳 —— 论文如实写;时序三维是它结构上没有的机制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" y="4206240"/>
            <a:ext cx="11183112" cy="2148840"/>
          </a:xfrm>
          <a:prstGeom prst="roundRect">
            <a:avLst>
              <a:gd name="adj" fmla="val 3830"/>
            </a:avLst>
          </a:prstGeom>
          <a:solidFill>
            <a:srgbClr val="FFF3F0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777240" y="4389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死因解剖(比输赢更有价值)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" y="480060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当前版 Mem0 根本不删旧记忆:</a:t>
            </a:r>
            <a:r>
              <a:rPr lang="en-US" sz="13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次 UPDATE/DELETE,纯 ADD,记忆反而膨胀 1.4×</a:t>
            </a:r>
            <a:endParaRPr lang="en-US" sz="13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真正死因 = 时间线腐蚀:</a:t>
            </a:r>
            <a:r>
              <a:rPr lang="en-US" sz="13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开源版不支持会话时间戳,「昨天买了手机」按摄入当天解析 → 2025 年的事变成 2026 年</a:t>
            </a:r>
            <a:endParaRPr lang="en-US" sz="13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结论:</a:t>
            </a:r>
            <a:r>
              <a:rPr lang="en-US" sz="13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「把记忆变干净」≠「把时间变可信」—— 时效需要读取时按题裁决,正是我们的核心主张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压力测试:挑出谁都答错的 84 题,强模型能救吗?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从主线 212 问中筛出 haiku 直读与 haiku+QVF 都答错的 84 题(双失败残差),让更强配置重答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83112" cy="914400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651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配置(同一批 84 题)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答对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准确率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haiku 直读 / haiku+QVF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 / 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6A708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0%(筛选定义:这批就是它们都错的题)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sonnet-5 直读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6.0%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sonnet-5 + 时效提示词¹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10.7%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gpt-5 直读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6.0%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gpt-5 + 时效提示词¹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7.1%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sonnet-5 / gpt-5 + QVF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 / 6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8.3% / 7.1%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892040"/>
            <a:ext cx="6949440" cy="1463040"/>
          </a:xfrm>
          <a:prstGeom prst="roundRect">
            <a:avLst>
              <a:gd name="adj" fmla="val 5625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777240" y="5029200"/>
            <a:ext cx="6492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45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判决:「换强模型自己就解决」不成立。</a:t>
            </a:r>
            <a:endParaRPr lang="en-US" sz="14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六种更强配置全部落在 5-11%(差异均不显著)—— 这批题对任何路线都是墙(证据不可达 / 生成噪声 / 判分严格),不是「模型不够强」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7726680" y="4892040"/>
            <a:ext cx="3959352" cy="1463040"/>
          </a:xfrm>
          <a:prstGeom prst="roundRect">
            <a:avLst>
              <a:gd name="adj" fmla="val 5625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7955280" y="5029200"/>
            <a:ext cx="3520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反面含义:</a:t>
            </a:r>
            <a:endParaRPr lang="en-US" sz="13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QVF 的 59.2% 已把「可救的题」基本救完 —— 剩下的残差谁都过不去,说明增益不是还有大量唾手可得的空间没捡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21208" y="641908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¹ 提示词臂为有效性注记式提示(部分题回退为直读,详见报告文档);gpt-5+提示词臂实际接近纯直读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边界与副作用(全部实验确认,如实报告)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知道它哪里没用,和知道它哪里有用同样重要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286000" cy="676656"/>
          </a:xfrm>
          <a:prstGeom prst="roundRect">
            <a:avLst>
              <a:gd name="adj" fmla="val 10811"/>
            </a:avLst>
          </a:prstGeom>
          <a:solidFill>
            <a:srgbClr val="FDECE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02920" y="1463040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饱和区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017520" y="1463040"/>
            <a:ext cx="8641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状态干净 + 干扰少时,现代模型自己能到 95-100% → 此处装 QVF 只能持平或微损(gpt 干净版 0胜10负)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304288"/>
            <a:ext cx="2286000" cy="676656"/>
          </a:xfrm>
          <a:prstGeom prst="roundRect">
            <a:avLst>
              <a:gd name="adj" fmla="val 10811"/>
            </a:avLst>
          </a:prstGeom>
          <a:solidFill>
            <a:srgbClr val="FDECE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502920" y="2304288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强阅读器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0" y="2304288"/>
            <a:ext cx="8641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 RAG 上 sonnet+QVF ≈ sonnet 直读 → 价值是「便宜模型追平贵模型」,不是叠加在贵模型上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145536"/>
            <a:ext cx="2286000" cy="676656"/>
          </a:xfrm>
          <a:prstGeom prst="roundRect">
            <a:avLst>
              <a:gd name="adj" fmla="val 10811"/>
            </a:avLst>
          </a:prstGeom>
          <a:solidFill>
            <a:srgbClr val="FDECE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502920" y="3145536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非时序冲突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17520" y="3145536"/>
            <a:ext cx="8641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错误信息型 / 条件型只做到零伤害,无净胜(它们的本质不是时间)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986784"/>
            <a:ext cx="2286000" cy="676656"/>
          </a:xfrm>
          <a:prstGeom prst="roundRect">
            <a:avLst>
              <a:gd name="adj" fmla="val 10811"/>
            </a:avLst>
          </a:prstGeom>
          <a:solidFill>
            <a:srgbClr val="FDECE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502920" y="3986784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17520" y="3986784"/>
            <a:ext cx="8641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token ×3-11、延迟 ×2-3;条件调用门可省 62%(未套用新基准)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4828032"/>
            <a:ext cx="2286000" cy="676656"/>
          </a:xfrm>
          <a:prstGeom prst="roundRect">
            <a:avLst>
              <a:gd name="adj" fmla="val 10811"/>
            </a:avLst>
          </a:prstGeom>
          <a:solidFill>
            <a:srgbClr val="FDECE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502920" y="4828032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弱阅读器复杂度税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017520" y="4828032"/>
            <a:ext cx="8641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新增裁决路在 haiku 栈 T1 −4pp(gpt 栈零伤害)→ 部署按阅读器档位裁剪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5760720"/>
            <a:ext cx="11183112" cy="6858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777240" y="576072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一句话定位:QVF 不是处处该装的组件,而是有量化开关条件的组件 —— 阅读器越便宜、状态埋得越深、问题越涉及时间,增益越大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站在谁的肩膀上:论文关系图谱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 篇文献逐一核实(映射文档见 study_logs);三条谱系 + 一条证伪线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2743200"/>
            <a:ext cx="1737360" cy="13716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  <a:effectLst>
            <a:outerShdw blurRad="1778" dist="508" dir="5400000" algn="bl" rotWithShape="0">
              <a:srgbClr val="6A7089">
                <a:alpha val="3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02920" y="29077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QVF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345643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读取时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查询条件化裁决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06040" y="129844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方法借鉴(把他们的做法搬进流水线)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2606040" y="1700784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2770632" y="1755648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Chain of Condition · EMNLP'24</a:t>
            </a:r>
            <a:endParaRPr lang="en-US" sz="1150" dirty="0"/>
          </a:p>
          <a:p>
            <a:pPr marL="0" indent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「LLM 抽取 + 代码求解」架构同构 → 裁决层设计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606040" y="2633472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2770632" y="2688336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真值发现 CRH · SIGMOD'14</a:t>
            </a:r>
            <a:endParaRPr lang="en-US" sz="1150" dirty="0"/>
          </a:p>
          <a:p>
            <a:pPr marL="0" indent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来源佐证加权 → 矛盾路的佐证计数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606040" y="3566160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2770632" y="3621024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doc2query / HyDE / IRCoT</a:t>
            </a:r>
            <a:endParaRPr lang="en-US" sz="1150" dirty="0"/>
          </a:p>
          <a:p>
            <a:pPr marL="0" indent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查询扩展与迭代检索 → 三种补全扫描的系谱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606040" y="4498848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2770632" y="4553712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Context-faithful / Chain-of-Note</a:t>
            </a:r>
            <a:endParaRPr lang="en-US" sz="1150" dirty="0"/>
          </a:p>
          <a:p>
            <a:pPr marL="0" indent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证据措辞研究 → 注记语气的设计与消融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606040" y="5431536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2770632" y="5486400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LongMemEval 判分协议</a:t>
            </a:r>
            <a:endParaRPr lang="en-US" sz="1150" dirty="0"/>
          </a:p>
          <a:p>
            <a:pPr marL="0" indent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官方分型判分 → 我们的判官实现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897880" y="129844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8A6D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结果依据(以他们的发现为前提拓展)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897880" y="1700784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6062472" y="1755648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STALE · 基准本体</a:t>
            </a:r>
            <a:endParaRPr lang="en-US" sz="1150" dirty="0"/>
          </a:p>
          <a:p>
            <a:pPr marL="0" indent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T1/T2 结构 + 干扰会话 → 扩展成 STALE-Chain(多态链)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897880" y="2633472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062472" y="2688336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CONFLICTS(DRAGged)· Google'25</a:t>
            </a:r>
            <a:endParaRPr lang="en-US" sz="1150" dirty="0"/>
          </a:p>
          <a:p>
            <a:pPr marL="0" indent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冲突须先分型再施策 → 变更语言检查、按型分发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897880" y="3566160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062472" y="3621024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ConflictBank · NeurIPS'24</a:t>
            </a:r>
            <a:endParaRPr lang="en-US" sz="1150" dirty="0"/>
          </a:p>
          <a:p>
            <a:pPr marL="0" indent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时序≠错误信息 → 不可变槽位表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897880" y="4498848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062472" y="4553712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Adaptive Chameleon · ICLR'24</a:t>
            </a:r>
            <a:endParaRPr lang="en-US" sz="1150" dirty="0"/>
          </a:p>
          <a:p>
            <a:pPr marL="0" indent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连贯的错误信息会赢 → 「永不让阅读器裁决」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897880" y="5431536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6062472" y="5486400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Safety-Tuned LLaMAs · ICLR'24</a:t>
            </a:r>
            <a:endParaRPr lang="en-US" sz="1150" dirty="0"/>
          </a:p>
          <a:p>
            <a:pPr marL="0" indent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全局警示过度泛化 → 解释注记臂 14.6% 崩盘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189720" y="129844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实测对比 + 证伪线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9189720" y="1700784"/>
            <a:ext cx="251460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9354312" y="1755648"/>
            <a:ext cx="2185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Mem0(写入时范式)</a:t>
            </a:r>
            <a:endParaRPr lang="en-US" sz="1150" dirty="0"/>
          </a:p>
          <a:p>
            <a:pPr marL="0" indent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实测:时间线腐蚀,时序维塌方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9189720" y="2633472"/>
            <a:ext cx="251460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9354312" y="2688336"/>
            <a:ext cx="2185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模型缩放 / 提示词</a:t>
            </a:r>
            <a:endParaRPr lang="en-US" sz="1150" dirty="0"/>
          </a:p>
          <a:p>
            <a:pPr marL="0" indent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实测:四格矩阵,慢车道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189720" y="3566160"/>
            <a:ext cx="251460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9354312" y="3621024"/>
            <a:ext cx="2185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MemConflict 三分层</a:t>
            </a:r>
            <a:endParaRPr lang="en-US" sz="1150" dirty="0"/>
          </a:p>
          <a:p>
            <a:pPr marL="0" indent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实测:方法边界地图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9189720" y="4498848"/>
            <a:ext cx="2514600" cy="822960"/>
          </a:xfrm>
          <a:prstGeom prst="roundRect">
            <a:avLst>
              <a:gd name="adj" fmla="val 7778"/>
            </a:avLst>
          </a:prstGeom>
          <a:solidFill>
            <a:srgbClr val="FDECEA"/>
          </a:solidFill>
          <a:ln w="9525">
            <a:solidFill>
              <a:srgbClr val="E3E8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9354312" y="4553712"/>
            <a:ext cx="2185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MMR · SIGIR'98</a:t>
            </a:r>
            <a:endParaRPr lang="en-US" sz="1150" dirty="0"/>
          </a:p>
          <a:p>
            <a:pPr marL="0" indent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移植后被配对检验证伪(0胜4负)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9189720" y="5431536"/>
            <a:ext cx="2514600" cy="822960"/>
          </a:xfrm>
          <a:prstGeom prst="roundRect">
            <a:avLst>
              <a:gd name="adj" fmla="val 7778"/>
            </a:avLst>
          </a:prstGeom>
          <a:solidFill>
            <a:srgbClr val="FFF7E2"/>
          </a:solidFill>
          <a:ln w="9525">
            <a:solidFill>
              <a:srgbClr val="E3E8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9354312" y="5486400"/>
            <a:ext cx="2185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timeline-CoT 等预算对照</a:t>
            </a:r>
            <a:endParaRPr lang="en-US" sz="1150" dirty="0"/>
          </a:p>
          <a:p>
            <a:pPr marL="0" indent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已补测:见九格矩阵(第 14 页)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02920" y="63550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借鉴不等于照搬:每一条移植都经过配对检验,过线才留 —— 文献清单第一名(MMR)也被否了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下周计划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41248" y="1143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按两轮模拟评审的修订路线图(结论:sound with revisions;三项阻塞已完成 2 项)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1745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BE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 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468880" y="17830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写入时基线(Mem0);冻结版全量重跑;条目聚类重算(无一翻转)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496312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1745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822960" y="249631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BE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 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468880" y="249631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新种子确认集(57 条 228 问):QVF 增量逐位复现,78.3→79.4%,阻塞全关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209544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1745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22960" y="3209544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BE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 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68880" y="3209544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timeline-CoT 等预算对照 + oracle 九格矩阵 —— 主张按新证据改写(第 14 页)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3922776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27306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22960" y="3922776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9B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下周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68880" y="3922776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gpt 栈政策提示对照收尾;单侧标注与 Holm 校正;提示稳定性消融(改写措辞×3)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22960" y="4636008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27306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822960" y="463600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9B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下周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468880" y="463600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按「政策为核,代码为稳定交付」重构写作,论文动笔(素材已齐)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22960" y="5577840"/>
            <a:ext cx="10515600" cy="914400"/>
          </a:xfrm>
          <a:prstGeom prst="roundRect">
            <a:avLst>
              <a:gd name="adj" fmla="val 10000"/>
            </a:avLst>
          </a:prstGeom>
          <a:solidFill>
            <a:srgbClr val="27306E"/>
          </a:solidFill>
          <a:ln w="12700">
            <a:solidFill>
              <a:srgbClr val="3A439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1097280" y="55778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B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本周一句话:</a:t>
            </a: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我们解剖出了记忆过时的「裁决政策」并给出两种交付:提示版能涨 25 个点但随分布漂移,代码版跨分布稳定、独占区间算术、在 oracle 检索下达到 87.3% 已知最优 —— 全部数字新种子复现、单 commit 可查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2655</Words>
  <Application>Microsoft Office PowerPoint</Application>
  <PresentationFormat>Widescreen</PresentationFormat>
  <Paragraphs>473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Microsoft YaHei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Zenglin Zhong</cp:lastModifiedBy>
  <cp:revision>2</cp:revision>
  <dcterms:created xsi:type="dcterms:W3CDTF">2026-08-05T19:54:38Z</dcterms:created>
  <dcterms:modified xsi:type="dcterms:W3CDTF">2026-08-06T00:41:33Z</dcterms:modified>
</cp:coreProperties>
</file>