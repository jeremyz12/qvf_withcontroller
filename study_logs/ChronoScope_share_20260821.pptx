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开场30秒:选它的三个理由——上月刚中的主会长文;考的正是我们的轴;它的结论和我们的核心发现互证。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例子讲透概念;三种应对=四类链族的语义基础。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位置:上游KBQA、平辈LongMemEval;它的缝在'隐式'二字。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最后一行链族点一下'似曾相识'——区间/计数/变更点与我们聚合题同构。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重点讲这页:三条件设计是论文最强方法学件。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要点③是批判节的伏笔:drift定义只数'漂向现在'。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互证时刻:他们oracle=我们金链直给;各自独立。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三条质疑各附作者可如何回应——七镜F节纪律。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判分核实结论:repo 的 hf_scope_benchmark.py,论文 sbatch 用 --match_mode relaxed(规范化+双向包含),预测侧抽括号/逗号候选;金侧只有 Wikidata 单一 label,无别名;语义嵌入匹配代码在但论文运行没开。所以口径伪影范围收窄:简称型能匹配上,伪影集中在别名字符串不相交的实体;Drift 用同一匹配器,盲区传导。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导师必问'和你的什么区别'——这页就是答案。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收尾抛讨论问题,把场子交回组会。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ChronoScope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Evaluating Temporal Consistency in Multi-Turn Language Models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Atri, Johnson, Hartvigsen · ACL 2026 主会长文(2026.acl-long.2133)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4023360"/>
            <a:ext cx="6035040" cy="1645920"/>
          </a:xfrm>
          <a:prstGeom prst="roundRect">
            <a:avLst>
              <a:gd name="adj" fmla="val 5000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20624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一句话: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模型在多轮对话里会把早前确立的时间作用域,静默漂回「现在时」——即使证据就摆在眼前。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6217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组会论文分享 · Jeremy Zhong · 2026-08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问题:时间作用域稳定性(temporal scope stability)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766560" cy="3108960"/>
          </a:xfrm>
          <a:prstGeom prst="roundRect">
            <a:avLst>
              <a:gd name="adj" fmla="val 2647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00200"/>
            <a:ext cx="6217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 1:</a:t>
            </a:r>
            <a:pPr indent="0" marL="0">
              <a:buNone/>
            </a:pPr>
            <a:r>
              <a:rPr lang="en-US" sz="14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“2015 年谁是德国总理?” → Merkel ✓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 2:</a:t>
            </a:r>
            <a:pPr indent="0" marL="0">
              <a:buNone/>
            </a:pPr>
            <a:r>
              <a:rPr lang="en-US" sz="14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“她当时的内阁有谁?” → 该沿用 2015 作用域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 3:</a:t>
            </a:r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“财政部长是谁?” → 模型答了「现任」✗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追问省略时间词时,早前建立的时间作用域还算不算数?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1812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三种应对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18120" y="20116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 carryover:沿用旧域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switch:显式换新域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迁移 transfer:换实体继承域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18120" y="3474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失败模式:漂回「现在时」默认(present-day drift)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 + 可测量,是本文第一个贡献。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它填的缝:显式时间题之外的「隐式作用域」</a:t>
            </a:r>
            <a:endParaRPr lang="en-US" sz="2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931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已有基准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测什么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没测什么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TempQuestions / CronQuestions(KBQA)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单轮、题面写明时间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多轮、隐式沿用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LoCoMo(ACL 2024)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长程对话记忆 QA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时间作用域跨轮行为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LongMemEval(ICLR 2025)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五能力含时序推理(显式题)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省略时间词的追问;gpt-4o 时序类仅 62.4%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ChronoScope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隐式作用域的保持/覆盖/迁移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8A93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(诊断,不开药)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单轮事实答对 ≠ 多轮作用域稳住——这个落差此前没人量过;量出来的结果比想象的大。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基准构造:Wikidata 时间限定符 → 147 万条确定性问题链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两阶段管线: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锚点事实表:按锚定日期取当时有效的声明(过滤 deprecated,解析 start/end/point-in-time 限定符);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模板生成:按属性定制模板 → 显式时间题 + 省略时间词的追问,组成链;金答案与漂移标注全机械。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889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  <a:gridCol w="4480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链族(共11类)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Carryover / Carryover-then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55.2万 / 32.5万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隐式沿用(±话语连接词)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Scope switch / Cross-entity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23.3万 / 14.5万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显式覆盖 / 跨实体迁移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Multi-turn chain / Narrative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7.2万 / 3.0万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长链 3–11 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Interval / Count / Change point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 11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区间推理·计数·变更点(似曾相识?)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12064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3492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 WikiState 同源:同拿 Wikidata 时间限定符当真值、同走机械金答案——但它造的是「题链」,我们造的是「记忆库」。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最聪明的一页:三条件把误差拆开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Gold Context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历史里助手轮全部替换成金答案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隔离:上下文利用能力(oracle)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146304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07992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Self-Conditioned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7992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模型看自己之前的答案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07992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叠加:自误差累积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46304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02752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Questions Only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02752" y="21488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只看当前问题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02752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基线:无上下文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四个指标:</a:t>
            </a:r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Acc@1 轮级 · Final@1 末轮 · Chain@1 链全对 · Drift 漂向「现在时」的比率(方向性错误指标)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3892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这套设计功能上就是「消融臂」:oracle 臂隔离推理、self 臂加回误差累积——和我们把管线拆臂定价是同一种思维。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主结果:金上下文在场,最好的模型也只有 0.44</a:t>
            </a:r>
            <a:endParaRPr lang="en-US" sz="2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Gold Acc@1 / Drift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Self Acc@1 / Drift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QOnly Acc@1 / Drift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ChatGPT-4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0.441 / 0.163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0.294 / 0.215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0.192 / 0.292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Gemini-2.5-Flash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0.384 / 0.197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0.225 / 0.254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0.141 / 0.328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ChatGPT-3.5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0.323 / 0.226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0.188 / 0.284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0.114 / 0.346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Qwen-2.5-7B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0.306 / 0.042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0.188 / 0.007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0.125 / 0.012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LLaMA-3.1-8B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0.253 / 0.022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0.171 / 0.008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0.028 / 0.017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389120"/>
            <a:ext cx="11064240" cy="1554480"/>
          </a:xfrm>
          <a:prstGeom prst="roundRect">
            <a:avLst>
              <a:gd name="adj" fmla="val 5294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5720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三个要点: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链级全对率(Chain@1)在 Self 条件下≈0(0.000–0.015)——几乎没有模型能把一条链走完;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闭源模型 Drift 高(0.16–0.35):强模型「自信地漂向现在」;③ 开源模型 Drift 低但准确率更低——它们不是稳,是错得散(这里埋个问号,批判节回收)。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关键发现:证据在场也失败;长度效应有细节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Oracle 也救不了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金答案全程在上下文里,GPT-4 轮级也只 0.441——失败不在检索/记忆,在对作用域的推理本身。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(和我们的整库 50.5%/金链直给 15.1% 是同一句话的两个证明)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长度效应要读两张表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Gold 条件:L2→L5 先升后平(0.48→0.57);Self 条件:单调塌(L5 仅 0.09–0.12);追问深度:漂移单调升。摘要写「随长度加剧」,证据版本是「自误差累积随长度加剧」。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1064240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3434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这页的分享价值:</a:t>
            </a:r>
            <a:endParaRPr lang="en-US" sz="13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「失败在推理不在上下文可及性」被两个独立团队、两种设计各自量到——这不再是单一论文的主张,是领域事实。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批判性精读 · 一:三个口径问题(逐条可指到表)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0"/>
                <a:gridCol w="384048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Turn-1 失败污染分母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QOnly Acc 低至 0.028(LLaMA);limitations 自认「初轮零样本约束大量失败」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多轮「稳定性」在开源模型上测的是初轮能力;剔除后幅度会变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Drift 只数「漂向现在」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Drift 0.007–0.084 vs 闭源 0.16–0.35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「闭源更漂」的排序依赖定义;漂向其他错误锚点不计入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147 万题,零显著性检验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CI/方差/簇校正;同链同实体高度相关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大≠独立;同一实体的链应做簇校正(我们全项目的教训)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297680"/>
            <a:ext cx="11064240" cy="1463040"/>
          </a:xfrm>
          <a:prstGeom prst="roundRect">
            <a:avLst>
              <a:gd name="adj" fmla="val 5625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572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这三条都可修不伤骨架(补 Turn-1 正确子集重算 / 补对称漂移指标 / 补实体簇 bootstrap)——提质疑时带上修法,是精读不是找茬。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批判性精读 · 二:两个未验证的前提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「底层知识是对的」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摘要的核心措辞(despite correct underlying knowledge)——但全文未见独立验证表;锚点晚于训练截止的链,失败可能是「不知道」不是「漂移」。未按锚点年代分层。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39496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554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Wikidata 开放区间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46520" y="20116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end-date 缺失的声明,「现在时答案」其实正确 → Drift 被高估。我们在自己语料上量过同类问题:74.7% 实体存在开放取值——这个坑我们踩过,所以认得。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64240" cy="1280160"/>
          </a:xfrm>
          <a:prstGeom prst="roundRect">
            <a:avLst>
              <a:gd name="adj" fmla="val 6429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6634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另:百万规模是模板确定性生成——规模数字不等于多样性;判分已查 repo 实锤:relaxed 字符串匹配,金答案无别名表,别名不相交实体会被判错;且链级 present_day_answer 给不了跨属性链的逐轮漂移(我们抽其原卷 52 链实测:65% 跨属性)——drift 率在这些链族是下界。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与我们工作的关系:同源、互证、分界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ChronoScope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WikiState / QVF(我们)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真值来源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Wikidata 时间限定符(同源)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Wikidata 时间限定符(同源)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造的东西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题链(测裸模型行为)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记忆库(测记忆管线)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核心发现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模型自己扛不住时序作用域(oracle 仍 0.44)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这件事可以不让模型扛(外置后乱序 +0.9 vs 基线 −48.2)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角色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诊断:给病拍片子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修复:做手术(选择/认证/计算三段)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6634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它证明失败存在且不是检索问题;我们证明失败可以在系统层修复。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天然的下一步:把 QVF 式作用域外置接到 ChronoScope 的链上测——它 limitations 的最后一句「只诊断不开药」,正好是我们的药。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带走三句话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91640" y="182880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时间作用域稳定性是被命名和量化的新测量维度:金上下文在场,最好模型也只有 0.44,链级全对率≈0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306324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失败在推理不在可及性——与我们的覆盖/金链实验互证,已是两个独立团队的共同结论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11480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429768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它只诊断不开药;药在系统层:把时序作用域从模型的隐式负担变成显式结构(这正是在座某项目在做的事)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讨论引子:如果你的系统明天要多轮上线,你会先修模型还是先修系统?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2026-08-21T02:00:37Z</dcterms:created>
  <dcterms:modified xsi:type="dcterms:W3CDTF">2026-08-21T02:00:37Z</dcterms:modified>
</cp:coreProperties>
</file>