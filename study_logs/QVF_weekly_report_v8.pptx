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为什么难:三种失败机制,砸算力买不动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+3.8pp;完整有效性标注不删除 → 崩到 14.6%;把本工作解剖出的政策写成提示 → +25.5pp(但跨分布不稳,第 14 页)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赢的是「裁决政策」——先纠前提/按日期取态/给全链;政策的稳定交付要靠代码(区间算术九格全胜、跨分布零漂移、可审计)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15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注记不删除 14.6% ≪ 物理删除 59.2%,但好政策提示 +25.5pp——赢的是政策,不是形式;② 长上下文放大时效失败(陷阱 11→6、点时刻 15→9);③ 政策的两种交付各有物理性格:提示版天花板随读者升(gpt 点时刻 96%)但随分布/读者漂移;代码版是不随读者、不随分布的稳定地板(区间算术 72-81% 恒定)。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按问题分路:问现在→删过时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问那天→算区间 · 问历史→拼链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(历史两路永不删除)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问,七种配置的阶梯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以下每个数字都来自 STALE-Chain 留出集的同一批题、同一判官 —— 只有「配置」在变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确定性裁决,确认集复现 +25pp(53.1→78.1)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timeline-CoT 政策提示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把本工作的政策写成提示 —— 有效但跨分布不稳(第 14 页)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新种子确认集 79.4% —— 逐位复现,阻塞关闭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1298448"/>
          </a:xfrm>
          <a:prstGeom prst="roundRect">
            <a:avLst>
              <a:gd name="adj" fmla="val 633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93792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直读:多胜 26 题(p=2×10⁻⁵) · vs sonnet+提示词:多胜 19 题(p=0.0013) · vs 政策提示:原批 25胜37负 / 新种子确认集 34胜12负(p=0.00082)—— 提示随分布漂移,规则不动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+4pp,弱提示 +3pp;「裁决政策」值 +20~25pp —— 算力是慢车道,政策是快车道,政策的稳定交付靠代码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注入实测:检索缺口对直读值 +14.7pp(34.0→48.7%),但陷阱维证据全齐仍只有 8% —— 完整九格矩阵见下页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 × 检索质量:九格矩阵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原批 212 问,行=检索质量,列=政策交付方式;oracle=金证据强制注入 top-10(2026-08-07)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  <a:gridCol w="29535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\ 政策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直读(无政策)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timeline-CoT 提示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确定性裁决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dense top-10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65.1%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53.3%(陷阱/点时刻塌方)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84.4%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oracle(gold 100%)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60.8%(点时刻 8/53!)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83.0%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87.3%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49040"/>
            <a:ext cx="553212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3913632"/>
            <a:ext cx="5029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四条读法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有政策 ≫ 无政策:每一行,带政策都碾压直读(政策 = 纠前提/按日取态/给全链,来自本工作错误解剖)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提示强在证据不齐时的均值;裁决强在证据利用率斜率(dense→oracle:直读 +21、QVF +28,全场最陡)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haiku 上点时刻九格全由代码称王(43/53 vs 32/53);gpt 读者被提示救到 51/53 —— 提示交付依赖读者能力,代码交付不依赖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87.3% = 该基准已知最优配置;检索越进步,裁决层增益越大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63640" y="3749040"/>
            <a:ext cx="5440680" cy="2606040"/>
          </a:xfrm>
          <a:prstGeom prst="roundRect">
            <a:avLst>
              <a:gd name="adj" fmla="val 315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3913632"/>
            <a:ext cx="4983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如实报:提示与裁决的两批对决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原批(212 问):提示领先 —— top-10 下 37胜25负(p=0.081)、全文下 28胜15负(p=0.033)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新种子确认集(228 问):QVF 反超 —— top-10 下 34胜12负(p=0.00082 显著)、全文下持平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 440 问:均值打平;但提示的相对位置随分布翻转(±10pp 级),QVF 的配对增量两批几乎复刻 —— 稳定性本身就是确定性裁决的论据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读者(原批):提示 72.6% ≫ QVF 52.8%(57胜15负)—— 提示天花板随读者升;QVF 是不随读者/分布的地板(下周:gpt×确认集)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已补测:见九格矩阵(第 14 页)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写入时基线(Mem0);冻结版全量重跑;条目聚类重算(无一翻转)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新种子确认集(57 条 228 问):QVF 增量逐位复现,78.3→79.4%,阻塞全关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 + oracle 九格矩阵 —— 主张按新证据改写(第 14 页)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 栈政策提示对照收尾;单侧标注与 Holm 校正;提示稳定性消融(改写措辞×3)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按「政策为核,代码为稳定交付」重构写作,论文动笔(素材已齐)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我们解剖出了记忆过时的「裁决政策」并给出两种交付:提示版能涨 25 个点但随分布漂移,代码版跨分布稳定、独占区间算术、在 oracle 检索下达到 87.3% 已知最优 —— 全部数字新种子复现、单 commit 可查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2026-08-06T00:46:19Z</dcterms:created>
  <dcterms:modified xsi:type="dcterms:W3CDTF">2026-08-06T00:46:19Z</dcterms:modified>
</cp:coreProperties>
</file>