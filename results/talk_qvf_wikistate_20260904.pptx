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Direct read (top-10 retrieval)</c:v>
                  </c:pt>
                  <c:pt idx="1">
                    <c:v>1 Select</c:v>
                  </c:pt>
                  <c:pt idx="2">
                    <c:v>2 Certify</c:v>
                  </c:pt>
                  <c:pt idx="3">
                    <c:v>3 Compile</c:v>
                  </c:pt>
                  <c:pt idx="4">
                    <c:v>4 Ledger + protocol (QVF)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47.32</c:v>
                </c:pt>
                <c:pt idx="1">
                  <c:v>66.25</c:v>
                </c:pt>
                <c:pt idx="2">
                  <c:v>66.79</c:v>
                </c:pt>
                <c:pt idx="3">
                  <c:v>79.46</c:v>
                </c:pt>
                <c:pt idx="4">
                  <c:v>89.29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rial"/>
              </a:rPr>
              <a:t>Input tokens per question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tokens per question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Direct</c:v>
                  </c:pt>
                  <c:pt idx="1">
                    <c:v>3 Compile</c:v>
                  </c:pt>
                  <c:pt idx="2">
                    <c:v>4 QVF ledger</c:v>
                  </c:pt>
                  <c:pt idx="3">
                    <c:v>Full text + protocol</c:v>
                  </c:pt>
                  <c:pt idx="4">
                    <c:v>Full text plain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878</c:v>
                </c:pt>
                <c:pt idx="1">
                  <c:v>2268</c:v>
                </c:pt>
                <c:pt idx="2">
                  <c:v>2937</c:v>
                </c:pt>
                <c:pt idx="3">
                  <c:v>13921</c:v>
                </c:pt>
                <c:pt idx="4">
                  <c:v>13672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rial"/>
              </a:rPr>
              <a:t>Median latency per question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latency (s)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Direct</c:v>
                  </c:pt>
                  <c:pt idx="1">
                    <c:v>3 Compile</c:v>
                  </c:pt>
                  <c:pt idx="2">
                    <c:v>4 QVF ledger</c:v>
                  </c:pt>
                  <c:pt idx="3">
                    <c:v>Full text + protocol</c:v>
                  </c:pt>
                  <c:pt idx="4">
                    <c:v>Full text plain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1.55</c:v>
                </c:pt>
                <c:pt idx="1">
                  <c:v>5.28</c:v>
                </c:pt>
                <c:pt idx="2">
                  <c:v>4.84</c:v>
                </c:pt>
                <c:pt idx="3">
                  <c:v>7.84</c:v>
                </c:pt>
                <c:pt idx="4">
                  <c:v>5.46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QVF: query-conditioned validity for conversational memory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Write-time state cards, read-time dated ledger — and WikiState, the benchmark that tests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talk · September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 Zhong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5361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state history under supersession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6537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reader is up against in one real chain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4505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QVF, step by step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77977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removes one failure source: before → after, pseudocode, evidence, literature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3649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69417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ladder, realistic baselines, other retrieval methods, scale, competing systems, cross-tests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2793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WikiState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60857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why it is distinctive, what reviewers found and what we fixed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51937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boundaries &amp; next steps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what the reader is up against — one real chain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wikiP39042: 34 dated sessions, ~170 user turns; four of them carry the persona's own position history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sentences that matter (verbatim anchors)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1974-02-28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now a member of the 46th Parliament of the United Kingdom”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1974-10-10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now a member of the 47th Parliament …”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1992-04-09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be taking my seat as a member of the 51st Parliament …”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1997-10-03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of today I'm officially a member of the House of Lords”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“(Today is 1998-04-01.) How many times did I change my position?”  →  gold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~166 turns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78308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talk: sneakers, a festival, a flat search, tea — plus states of OTHER people in the same slot.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live on session headers, not in the sentences (“as of today”, “the count went our way”).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says “this supersedes that”; succession must be inferred from dates.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memory systems and benchmarks fix validity at write time: the latest value wins and older values count as errors — but “where was I in 2009?” and “how many times?” need the superseded values.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answer correctly the reader must do four things at once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  <a:gridCol w="33832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goes wrong for a small reader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arm still fails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all four sentences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retrieval covers 86.7% of anchors on 14K stores, 38.8% on 104K stores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retrieval; every RAG variant at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other people's states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same-slot distractors get counted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and full text (no-filler: direct +22.5, ledger +1.7)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are on headers; narrative order ≠ time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transitions (merge equal neighbours)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readers cannot count over a timeline (full text change_count 29.9)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except compile / ledger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QVF in one picture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Write-time state cards, read-time dated ledger; validity is a function of (memory × query), re-derived per question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108960" cy="4480560"/>
          </a:xfrm>
          <a:prstGeom prst="roundRect">
            <a:avLst>
              <a:gd name="adj" fmla="val 2353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TIME (once per session)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state cards from each session, in date order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= slot · value · stated date · verbatim source span · entity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adjudication, no merging — record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complete by construction (every session is read once)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94760" y="3474720"/>
            <a:ext cx="548640" cy="54864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63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Select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847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cards of the queried slot that belong to the persona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79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Certify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990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cards that carry a date, can be located in a source sentence, and declare a held state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3749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822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Compile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4133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date, merge adjacent equal values, count transitions with an executor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4892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965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Ledger + protocol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5276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dated ledger; reader first lists the state trajectory, then answers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6080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TIME (per question)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0" y="1463040"/>
            <a:ext cx="3063240" cy="448056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WRITE(sessions):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s in sessions by date: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cards += extract(s)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slot, value, 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span, entity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READ(q, cards):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pool = select(cards,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slot(q), self)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pool = certify(pool)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ledger = compile(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sort_by_date(pool))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reader(PROTOCOL,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render(ledger), q)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0 · Write time: state cards, no adjudication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source removed: coverage — every session is read once, so no evidence is left to retrieval luck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Before: a raw session (1992-04-09, user turns)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“Right, polling day at last — I've been up since half five, out at the school gate in Royton with a flask of tea and a rosette… Remind me to buy new laces for the brown shoes…”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“Well — the count went our way. I'll be taking my seat as a member of the 51st Parliament of the United Kingdom, so put that in your notes… My voice has completely gone.”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I collapse: set something for later in the week about digs in London… And tea. Lots of tea.”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15968" y="2468880"/>
            <a:ext cx="411480" cy="41148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After: cards extracted from that session (real store v45)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8348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r41  slot political_activity · value “campaigning for Parliament in Royton” · date 1992-04-09 · span “I've been up since half five, out at the school gate in Royton…”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r42  slot political_office · value “member of 51st Parliament of the United Kingdom” · date 1992-04-09 · span “I'll be taking my seat as a member of the 51st Parliament…” · entity user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merged, ranked or judged; the shoe laces and the London digs are simply not states.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1417320"/>
            <a:ext cx="2971800" cy="25146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WRITE(sessions):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s in sorted(sessions, by=date):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LLM_extract(s):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cards.append({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slot: c.slot,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c.value,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stated_date: c.date or s.date,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span: verbatim(c.span, s),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entity: c.entity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no supersession decision here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step exists — our 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built at read time from the 10 retrieved turns: 60.2; 85.3 when retrieval happens to cover every session, 15.9 when one session is missing → write-time = coverage.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Top-50 retrieval reaches 99.8% of gold anchors and still fails 37%: finding is necessary, not sufficient — the next steps do the rest.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gold sentences fed to the direct reader: 76.7 &lt; ledger 82.6 (p = 8e-11).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that predicts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44348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MemTrace (2606.17328): across 13 configurations the dominant bottleneck is evidence use, not retrieval.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 / Graphiti (2501.13956): write-time extraction into dated facts as a memory design.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· Select: the queried slot, the persona's own states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source removed: distractors — other people's and off-slot states entering the count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Before: all 56 cards of this persona (store v45)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travel_history 8 · political_office 4 · event_attendance 3 · political_activity 2 · shopping_habits 2 · family_relationships 2 · podcast_app 2 · morning_exercise_routine 1 · …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reader given all of this counts “campaigning in Royton” as a position change and, in other chains, “our team lead Emily was promoted” as the persona's own state.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15968" y="2468880"/>
            <a:ext cx="411480" cy="41148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After: the pool for slot = position, entity = user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8348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1974-02-28  member of 46th Parliament of the UK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1974-10-10  member of 47th Parliament of the UK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1992-04-09  member of 51st Parliament of the UK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1997-10-03  member of House of Lords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cards remain; 52 are out of the counting pool before the reader sees anything.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1417320"/>
            <a:ext cx="2971800" cy="25146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SELECT(cards, q):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slot = slot_class(q)   # employer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# position | team | residence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[c for c in cards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 slot_class(c.slot) == slot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and c.entity == 'user']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step exists — our 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filler sessions from the corpus: direct +22.5, full text +20.0, ledger +1.7 → the ledger had already removed the harm; 44% of the structural premium is distractor resistance.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gate at write time (cards only for the persona) recovers 92% of an −18.4 third-person attack but costs −3 on clean text → kept as a hardening flag, default off.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that predicts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44348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et al., ICML 2023 (2302.00093): topically similar but irrelevant context sharply lowers LLM accuracy.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· Certify: dated, locatable, and a held 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source removed: unverifiable cards — no date, no verbatim source, or not a state at all (plans, nominations, one-off tasks)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Before: the pool can contain cards that are…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without a stated date (“I do a 30-minute yoga session every morning” — a routine, no date);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whose span cannot be located verbatim in the source session (paraphrased by the extractor);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plans / nominations / candidacies (“teaching assistant nominee”), incoming / admitted (“admitted to UC Berkeley”), one-off tasks (“working on a big campaign at job”), restatements.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15968" y="2468880"/>
            <a:ext cx="411480" cy="41148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After: only cards that pass three checks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8348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stated_date present (day precision when the source has one);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found verbatim in its session (the anchor a human reviewer can check);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assertion_type = start (a first-person declaration of holding the state).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example chain all four position cards pass; in the 36-chain sample the filter drops 203 of 1,639 cards and loses zero gold rows.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1417320"/>
            <a:ext cx="2971800" cy="25146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CERTIFY(pool):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c in pool: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c.stated_date: continue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c.span not in text(session(c)):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continue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assertion_type(c) != 'start':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continue   # plan, task, restate,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# other_person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out.append(c)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step exists — our 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verbatim anchors from the ledger: −5.4 (p = 1e-4) — readers start trusting unsupported cards.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Assertion-type filter (rules, zero cost): compiled ledger = gold 131 → 137 of 140 questions; reader accuracy 88.6 / 91.4 → 93.6 / 95.0 (haiku / Sonnet 5); the residual errors were plans and nominations misread as roles.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rung alone is small (+0.5 here, +5.7 on the clean subset): it feeds step 3 — without dates nothing can be sorted.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that predicts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44348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TAC-KBP temporal slot filling (2011/2013) and Garrido et al., ACL 2012: employer / position / membership / residence as slots whose values are valid only over an interval and must be anchored to dated evidence.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· Compile: sort, merge, count — by code, not by the LM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source removed: aggregation — ordering and counting over a timeline is the weak reader's blind spot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Before: certified cards in extraction order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“member of 51st Parliament” (1992-04-09), “member of 46th Parliament” (1974-02-28), “member of House of Lords” (1997-10-03), “member of 47th Parliament” (1974-10-10), plus any restated value from a later session…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reader asked “how many times” must order, deduplicate and count in its head.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15968" y="2468880"/>
            <a:ext cx="411480" cy="41148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After: the ledger, computed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8348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1974-02-28  46th Parliament          tenure 224 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1974-10-10  47th Parliament          tenure 6,391 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1992-04-09  51st Parliament          tenure 2,003 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1997-10-03  House of Lords           current (to Today)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= 3 · values before 1998-04-01 = 4 · first = 46th, latest = House of Lords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adjacent values are merged so a restatement never counts as a change.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1417320"/>
            <a:ext cx="2971800" cy="25146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COMPILE(cards, today):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rows = sort(cards, key=stated_date)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rows = merge_adjacent_equal(rows)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n_changes = len(rows) - 1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i, r in enumerate(rows):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= rows[i+1].date if i+1 &lt; len(rows)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else today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r.tenure = end - r.date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rows, n_changes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step exists — our 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text, same reader: change_count 29.9; ledger 85.4. The compile rung is the largest single step (+12.7 on 560 q) — the other 56% of the structural premium.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retrieval does not substitute: top-50 lifts count_before but change_count drops (47.2 → 33.3) and longest_tenure stays at 34 (ledger 94).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strong reader the compile step matters less (Sonnet 5 on full context 97.1) — the reader can count itself; with a 104K store it cannot (54.9 vs projection 74.2).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that predicts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44348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PAL, ICML 2023 (2211.10435): let a program execute the arithmetic step.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and Fate, NeurIPS 2023 (2305.18654): transformers fail on chained multi-step aggregation.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of Time, ICLR 2025 (2406.09170): ordering and counting over timelines is weak even when facts are given.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· Ledger + protocol: show the table, list the trajectory, then answer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source removed: skipping — answering from intuition instead of the whole trajectory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Before: what the reader used to see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14K tokens of chat in narrative order (full text), or 10 retrieved turns with session dates (top-10), and a question.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readers jump to a plausible number (“2” or “4”) without enumerating the states.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15968" y="2468880"/>
            <a:ext cx="411480" cy="41148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After: the rendered ledger + the trajectory-first protocol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8348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| VALUE | SOURCE SENTENCE (verbatim)  — 4 rows, ~2.9K tokens including the protocol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“First list the trajectory of the queried slot with dates; then answer the question from that list.”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output: “Trajectory: 1974-02-28 46th; 1974-10-10 47th; 1992-04-09 51st; 1997-10-03 House of Lords. Changes: 3.”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its anchor sentence, so the answer is auditable.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1417320"/>
            <a:ext cx="2971800" cy="25146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ANSWER(q, rows):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 = PROTOCOL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render_table(rows)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q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PROTOCOL: list the dated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trajectory first, then answer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reader(prompt)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step exists — our 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effect by reader: haiku +10.9 (p &lt; 1e-6), gpt-5-mini −3.5, Gemini 3.6 Flash +0.35 n.s. — a scaffold for weak and mid-tier readers.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alone gives nothing: an unstructured summary at equal token budget scores 52.8 = full text 52.3; summary → bare ledger +22.6 (p = 2e-21).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readers on the same 140 q: the ledger beats top-10 retrieval by ≥ 15 pp for all; against the whole memory in the prompt it wins for haiku (+23.6) and a local 14B model (+17.9), ties for Gemini (−0.7) and loses for gpt-5-mini (−7.1).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that predicts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44348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Sprague et al. 2024 (2409.12183): chain-of-thought helps mainly on symbolic / counting tasks.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Middle, TACL 2024 (2307.03172): evidence buried in long context is missed.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Presentation, Not Mechanism (2607.16019) — layout can carry much of a ledger-style gain; a render-matched control is the next check.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the steps back together: the ladder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 questions, corpus v2.4, one store, reader haiku-4.5, judge Opus 5; paired McNemar per rung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47.3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0664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retrieval, raw text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0664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+18.9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2606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distractors out of the counting pool (44% of the premium)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06640" y="3246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Certify +0.5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06640" y="3520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alone; feeds the compile step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06640" y="4160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 +12.7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06640" y="4434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by code (the other 56%)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0664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 + protocol +9.8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06640" y="5349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trajectory-first reading; helps weak / mid readers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406640" y="5989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gain: +42.0 pp vs top-10 retrieval, chain-cluster 95% CI [37.0, 46.9]; +21.4 vs the whole memory in the prompt on the same weak reader.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 evidence: exclusion tests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reader and judge; v2.0 archive unless noted — each row rules out one alternative explanation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02336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gold-sentence evidence fed to the direct reader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 vs ledger 82.6 (p = 8e-11)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 is just a retrieval gap”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all filler sessions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+22.5, full text +20.0, ledger +1.7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(quantifies the distractor share: 44%)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 summary at equal token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 = full text 52.3 (p = 0.89); summary → bare ledger +22.6 (p = 2e-21)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 is just shorter”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verbatim anchors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 vs 82.6, −5.4 (p = 1e-4)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“anchors are decoration”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ledger at read time from the top-10 turns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60.2; 85.3 with full coverage, 15.9 with one session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“write time does not matter”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cards / oracle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94.97 / 76.74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(write-side headroom +4.5; residual 55 errors = write 38 · read 13 · gold+judge 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Second-family judge (gpt-5-mini) re-judges 2,304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89–97%, κ 0.78–0.91; ledger − direct widens to +48.6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judge favours QVF”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holdout chains, zero QID overlap (two independent draws)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+40.0 and +43.1 on the two halves; pooled +41.56 vs main field +41.49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“over-fitted to the development chains”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Nine retrieval variants incl. top-50 (99.8% anchor coverage) and LLM rerank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62.9 vs ledger 91.4 (p = 5e-10)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 better retriever would do it”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does not help — the same mechanism, read the other way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questions / 36 chains unless noted; ‘full context’ = the whole raw memory in the prompt, plain system prompt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828800"/>
                <a:gridCol w="2194560"/>
                <a:gridCol w="25603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retrieval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14K store · weak reader (haiku-4.5)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 (13.6K 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 (top-50)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 (2.8K 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+21.4 vs full context, p = 5e-6; 1/2.8 the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14K store · strong reader (Sonnet 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 (18.5K 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 (top-10)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 (3.4K tok, filtered Sonnet-built store)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−2.1, p = 0.51: the reader does the four sub-tasks itself; 1/5.4 the tokens remain the 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104K store · weak reader (30 stores / 120 q)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(103.8K 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 (top-100, 8.9K 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 projection (8.8K)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+23.3 vs budget-matched top-100, p = 2e-4; retrieval collapses first (top-10 reaches 38.8% of anchors)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104K store · strong reader (Sonnet 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54.9 (142K tok; n = 82, 18% capped)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 (top-100, 11.6K 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 projection (11.5K)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+17.1 on the same 82 q, p = 0.024; projection costs 1/9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readers on the same 140 questions: the ledger beats top-10 retrieval by ≥ 15 pp for every reader; against full context it wins for haiku (+23.6) and a local qwen3:14b (+17.9), ties for Gemini 3.6 Flash (−0.7) and loses for gpt-5-mini (−7.1). The stronger the reader on full context, the smaller the ledger's edge.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side: Sonnet-built cards give 133/133 gold rows but 92.9 / 92.1; the assertion-type filter lifts to 93.6 / 95.0; a second extraction pass reaches 140/140 gold rows. Extraction is nondeterministic (two passes overlap 2–33% of cards) and 140-q reader runs jitter 3–4 pp.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Claim, restated: the ledger is necessary when the reader is not frontier-class, or the store exceeds the context window, or cost is bound — any one of the three. Otherwise it is a cheaper, auditable layer, not a more accurate one.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 baseline: whole memory in the prompt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questions / 36 chains, corpus v2.4; plain system prompt; judge Opus 5; $ at list prices (haiku $1/$5, Sonnet 5 $2/$10 per M)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097280"/>
                <a:gridCol w="3291840"/>
                <a:gridCol w="173736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haiku-4.5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tok / q (haiku / Sonnet)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/ q (Sonnet)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memory in prompt, plain 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 (max_tokens 4000; 87.9 at 800 because thinking shares the cap)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13.6K / 18.5K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Archived plain full text (other user-prompt wording, same bytes)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13.6K / 18.6K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 + trajectory protocol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retrieval (direct)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0.9K / 1.1K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 (store v45)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2.8K / 3.7K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ledger, Sonnet-built cards (v47s)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2.6K / 3.5K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ledger, Sonnet-built + assertion-type filter (v47skf)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2.5K / 3.4K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ledger, + second extraction pass, union (v47skf2; ledger = gold 140/140)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2.6K / 3.5K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6344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wording alone moves a full-context baseline by +11–12 pp on identical bytes; the main table's first row must be the plainest full-context call.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weak reader: ledger +21.4 over full context (p = 5e-6) at 1/2.8 the input tokens. Same strong reader: with Sonnet-built cards and the assertion-type filter the gap is −2.1 (p = 0.51) at 1/5.4 the input tokens.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top-10 retrieval as the only baseline inflates any memory mechanism by 19–37 pp; the +42 headline is reported next to +21 (weak reader) and −2 (strong reader), never alone. With the ledger at 140/140 gold rows reader scores still move 3–4 pp between runs.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retrieval strategies, scale, and 15 competing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haiku-4.5 reader, same judge; 14K stores (140 q), 104K-token stores (120 q), v2.5 sample (15 chains / 58 q)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3749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14K store: retrieval variant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cov.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top-50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rerank 30→10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top-30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/ as-of filter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top-5 / hybrid RRF / MMR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 / 41.4 / 40.7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/ 78 / 78%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rewrite / recency prior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 / 10.7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/ 53%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417320"/>
          <a:ext cx="3291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104K store: arm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haiku / Sonnet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slot projection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 / 74.2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8.8K / 11.5K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full ledger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 / 73.3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20.9K / 27.2K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top-100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 / 67.5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8.9K / 11.6K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top-50 / rerank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 / 26.7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4.5K / 1K+2.9K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 (plain)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/ 54.9*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103.8K / 142K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417320"/>
          <a:ext cx="3657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v2.5 sample: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 (v2.5 store / v2.4 store)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 / 89.7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compile arm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memory in prompt (haiku)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lgstore / HippoRAG 2 / txtai / cognee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46.6 / 46.5 / 44.8 / 44.8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Letta-FS agent (30K tok/q) / A-MEM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 / 39.7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direct / summary 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 / 36.2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LangMem / TRACE / MemOS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 / 31.0 / 31.0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stamped ledger / obs-RAG / BM25 / Mem0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 / 13.8 / 12.1 / 10.3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14K: recall is not the bottleneck — top-50 reaches 99.8% of gold anchors and still fails 37%; the best variant is 28.6 pp below the ledger (p = 5e-10). LLM rerank costs more per question than the ledger and is 30.7 pp worse.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104K: retrieval collapses first (top-10 sees 38.8% of anchors); at equal token budget the projection beats top-100 by 23.3 pp with haiku (p = 2e-4) and by 6.7 pp with Sonnet 5 (n.s.); full text is unusable for haiku and reaches only 54.9 for Sonnet 5 (*n = 82).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(each independently re-scored and diffed for protocol parity): every system scores below the plain full-context call on the same 58 questions; middle-of-table CIs overlap, no ranking claimed there.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table: 560 questions, all arms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v2.4, single store v45 (derived store v45k for the middle rungs), reader haiku-4.5, judge Opus 5; $ at haiku list price $1/M in, $5/M out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280160"/>
                <a:gridCol w="1371600"/>
                <a:gridCol w="1371600"/>
                <a:gridCol w="128016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vs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tok / 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tok / 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/ 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read (top-10 retrieval)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Select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Certify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Compile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Ledger + protocol (QVF)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QVF, owner-gate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 + protocol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$0.01619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7.84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text, plain (archived wording)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$0.01435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 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question type (direct → QVF): change_count 35.4 → 85.4, count_before 42.4 → 86.8, longest_tenure 29.7 → 90.6, first_vs_last 79.9 → 94.4. Counting types are where the direct reader fails and where the ledger pays; first_vs_last is answerable by retrieval alone. Three validity types (v2.0 archive): current value +8.3, point-in-time +59.0, historical aggregation +34.0.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and latency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axis per chart; 560 questions, haiku-4.5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41732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 reads 2.9K tokens where the protocol on full text reads 13.9K (1/4.7) at similar accuracy; on a 104K store the projection reads 8.8K vs 103.8K (1/12) and full text collapses. Against cheaper reasoning readers the cost edge is 1.4–2.6×; the earlier ‘5×’ claim is withdrawn.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Cross-test 1 · QVF on other benchmarks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reader haiku-4.5; direct = OpenAI embedding top-10; ledger arm vs direct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329184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vs direct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(120, fresh)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supersession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 vs 46.7, +15.0 (p = 0.008, 3 judges agree)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temporal reasoning (133)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 vs 47.4, +12.8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knowledge update (78)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 vs 78.2, +2.6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multi-session (132)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 vs 61.4, −2.3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 (powered null)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single-user (68) / single-assistant (45)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verbatim facts / assistant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 vs 97.1, −25.0 · 0 vs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(card schema extracts user entities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preference (28)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 vs 71.4, −28.6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Wiki (300)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yearly snapshots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 vs 86.7, −4.3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(card builder dates by narrated 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AMemGym (600) / PersonaMem v2 (600)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wording options / retractions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−3.3 to −4.7 · −7.2 (who = others +14.0)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MemConflict / MemOps / ElephantBench-OB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/ ops / multi-ledger retention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 · +4.2 n.s. · 98.3 (= full text 100)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 wins where the question needs cross-date state-transition reasoning and memories are dated statements; it loses on verbatim facts, preferences and wording, assistant-side content, and snapshot corpora. This is the claim's scope, stated in §1 and limitations.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Cross-test 2 · Other memory systems on WikiState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60-question v1 calibration set; same reader and judge; official packages where available (18 run, 2 blocked by Docker)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 / compile / select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 / 83.3 / 70.0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tiers of this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(self-built timeline baseline)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non-QVF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Letta-style file-system 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$0.021 per question, 21×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HippoRAG 2 (ICML 2025, official)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chain-state recall@10 0.915 — retrieval wins, adjudication loses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lgstore / txtai / direct 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 / 53.3 / 51.7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RAG / cognee / MemOS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 / 46.7 / 45.0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MemOS expands 4.1 nodes per session instead of consolidating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A-MEM / LangMem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 / 40.0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(LoCoMo config / factory)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 / 16.7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supersession edges by default; full 576 q: 16.0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 / BM25 / Graphiti / LightRAG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 / 13.3 / 3.3 / 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Mem0 131 s per question to 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failure mode: retrieval wins, adjudication loses. Competitors fix validity as a one-time scalar at write time (Zep / TRACE / MemStrata) or adjudicate at read time toward the current value only (EvoMem, APEX-MEM, StateAuditor, StateMemWrapper); none lets a superseded value be the correct answer. Middle of the table: CIs overlap, no ranking claimed.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WikiState v2.5 at a glance — and what only it tests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 the left; the distinctiveness matrix on the right (attributes verified from full-text reads of each benchmark)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4846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(v2.5)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chains (persona × slot)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144: employer 51 · position 44 · team 38 · residence 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state rows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 (3–8 per chain, median 3; 25 chains with ≥ 5 states)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/ turns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4,854 sessions (542 chain + 4,312 filler), 23,696 turns; ≈ 14K tokens per 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span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chains span 1–90 years (median 10.2); dates 1423–2024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 aggregation (change_count 144 · count_before 144 · first_vs_last 144 · longest_tenure 128) + 576 validity probes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chains / 320 q, zero QID overlap (two independent draws)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track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stores of ≈ 104K tokens, 120 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542/542 anchors verbatim (machine); 2 × 149-item machine reviews 0/144 flags; human α 0.45 (0.30 excl. planted)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1732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502920"/>
                <a:gridCol w="731520"/>
                <a:gridCol w="640080"/>
                <a:gridCol w="685800"/>
                <a:gridCol w="685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KB chain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 states / slot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Q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aggregation Q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Superseded value = gold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WikiState v2.5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StateMemBench 2608.19652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(program)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(drift = error)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MemTrace 2606.17328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(historical Q)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First 2607.21962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(script)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MemOps 2607.12893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Memora / HorizonBench / DynamicMem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/ ✗ / 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(old = error)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TimelineQA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(templates)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(no supersession)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/ MemConflict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/ 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/ 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/ LoCoMo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Wiki / ChronoScope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snapshots / parametric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WikiState has all three of point-in-time questions, chain-aggregation questions, and a superseded value as the gold answer — together these define query-conditioned validity. Boundaries stated with it: LLM-rendered dialogue, assistant turns stored truncated, filler anachronisms (1,014, not touching gold), residence under-represented (11 chains), main field reused during development (holdout matches within 0.07 pp).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WikiState: what reviewers found, what we fixed, and where evaluation stands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rounds on the display version; machine review of every release; latest version now under human evaluation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1645920"/>
                <a:gridCol w="2468880"/>
                <a:gridCol w="256032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 (v2.0 display)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(all 149) · senior1 (a reviewer I recruited, 85) · senior2 (a reviewer recruited by my lab senior, 84)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 items = 144 chains + 5 planted errors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senior2 7 errors / 1 unsure; senior1 5 errors; agreement α 0.45 (0.30 excl. planted); error rate est. 6–7%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v2.1–v2.4: four cleaning passes (247 contaminating sentences, −0.42%), gold-contamination erratum, 16 near-tie questions removed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review (v2.4, v2.5)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Opus 5 agents driving the review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 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 planted errors caught, 0/144 real chains flagged (Wilson upper 2.6%)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v2.5: full-read scan of 144 chains (1,390 flags), independent adjudication (49 confirmed), surgical deletion under two gates; tenure convention written into datasheet and review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on v2.5; senior reviewers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v2.5 numbers replace the main table once agreement is computed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taxes the retrieval arm less than the structured arms, so every pass widened the gap (v2.0 +34.0 → v2.4 +41.5); v2.2 / v2.3 / v2.4 / v2.5 scores are statistically indistinguishable — cleaning has saturated.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adopted: a release is handed to human reviewers only after machine review passes with zero real-chain flags; a failed review triggers a fix and a new version.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dataset browser (chains, questions, raw sessions with highlighted anchors) is in the talk folder.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boundaries and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Boundaries (said up front)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three conditions (non-frontier reader, or store beyond the context window, or cost-bound). With a strong reader on a 14K store the whole memory in the prompt is as good or better; the ledger is then a cheaper, auditable layer.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total score the trajectory protocol on raw text nearly matches the ledger (86.6 vs 89.3); the ledger's distinct value is in counting questions, token cost, order robustness and scale — a render-matched control is the next check.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arenas: 2 positive, several ties, several negative; not a universal memory method.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dialogue; assistant turns stored truncated; human agreement fair (α 0.45 / 0.30); the v2.5 human review is in progress; write-side extraction is nondeterministic and 140-q runs jitter 3–4 pp.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78308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v2.5 human evaluation (author, then senior reviewers) and report agreement against the machine review.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Render-matched control (layout kept, compile off) to separate layout from mechanism; finish the 104K full-context arm so the store-level CI closes.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write-side configuration (Sonnet extractor + assertion-type filter + second pass), build the full 144-chain store, and run the 560 questions twice.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§1 claim restated as ‘validity = f(memory × query)’ with the boundary sentence; §2 ancestors (TAC-KBP temporal slot filling, temporal databases) and the 22 newly read neighbours; §8 limitations as the three-condition scope.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Sep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QVF &amp; WikiState</dc:title>
  <dc:subject>PptxGenJS Presentation</dc:subject>
  <dc:creator>Jeremy Zhong</dc:creator>
  <cp:lastModifiedBy>Jeremy Zhong</cp:lastModifiedBy>
  <cp:revision>1</cp:revision>
  <dcterms:created xsi:type="dcterms:W3CDTF">2026-09-04T02:33:45Z</dcterms:created>
  <dcterms:modified xsi:type="dcterms:W3CDTF">2026-09-04T02:33:45Z</dcterms:modified>
</cp:coreProperties>
</file>