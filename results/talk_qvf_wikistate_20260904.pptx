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 — and WikiState, the benchmark that tests it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September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state history under supersession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reader is up against in one real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QVF, step by step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removes one failure source: before → after, pseudocode, evidence, literature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realistic baselines, other retrieval methods, scale, competing systems, cross-tests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why it is distinctive, what reviewers found and what we fixed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is as good or better; the ledger is then a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controls show ~88% of the ledger's gain over plain full text is layout + trajectory protocol (cards-only 85.0, raw quotes 85.4, ledger 89.3 on 14K; cards-only 70.0 vs projection 61.7 vs raw quotes 55.8 on 104K). Write-time cards earn their place through coverage without retrieval, de-duplication and auditability, not most of the accuracy.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not a universal memory method.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the v2.5 human review is in progress; write-side extraction is nondeterministic (two passes overlap 2–33%); reader run-to-run sd ≤ 1.6 pp; the 104K strong-reader advantage of the projection is per-question significant but not at store level.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schema regression fixed (batch 46e: root cause was a default flag since Aug 13; the new builder back-fills slot_class / owner, regression test 3/3); retire the derived store in the next full build.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write-side configuration (Sonnet extractor + assertion-type filter + gold-free second pass) on all 144 chains, 560 questions run twice, paired against the haiku store (batch 46d, running); then more 104K stores so the strong-reader store-level CI closes.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 with the boundary sentence; §2 ancestors (TAC-KBP temporal slot filling, temporal databases) and the 22 newly read neighbours; §8 limitations as the three-condition scope.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2026-09-04T04:06:23Z</dcterms:created>
  <dcterms:modified xsi:type="dcterms:W3CDTF">2026-09-04T04:06:23Z</dcterms:modified>
</cp:coreProperties>
</file>