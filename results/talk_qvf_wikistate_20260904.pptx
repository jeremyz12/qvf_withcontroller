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 — and WikiState, the benchmark that tests it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September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state history under supersession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reader is up against in one real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QVF, step by step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removes one failure source: before → after, pseudocode, evidence, literature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ladder, realistic baselines, other retrieval methods, scale, competing systems, cross-tests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why it is distinctive, what reviewers found and what we fixed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loses for gpt-5-mini (−7.1).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Presentation, Not Mechanism (2607.16019) — layout can carry much of a ledger-style gain; a render-matched control is the next check.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54.9 (142K tok; n = 82, 18% capped)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+17.1 on the same 82 q, p = 0.024;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loses for gpt-5-mini (−7.1). The stronger the reader on full context, the smaller the ledger's edge.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Extraction is nondeterministic (two passes overlap 2–33% of cards) and 140-q reader runs jitter 3–4 pp.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With the ledger at 140/140 gold rows reader scores still move 3–4 pp between runs.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is as good or better; the ledger is then a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total score the trajectory protocol on raw text nearly matches the ledger (86.6 vs 89.3); the ledger's distinct value is in counting questions, token cost, order robustness and scale — a render-matched control is the next check.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not a universal memory method.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the v2.5 human review is in progress; write-side extraction is nondeterministic and 140-q runs jitter 3–4 pp.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(layout kept, compile off) to separate layout from mechanism; finish the 104K full-context arm so the store-level CI closes.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write-side configuration (Sonnet extractor + assertion-type filter + second pass), build the full 144-chain store, and run the 560 questions twice.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 with the boundary sentence; §2 ancestors (TAC-KBP temporal slot filling, temporal databases) and the 22 newly read neighbours; §8 limitations as the three-condition scope.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2026-09-04T02:34:07Z</dcterms:created>
  <dcterms:modified xsi:type="dcterms:W3CDTF">2026-09-04T02:34:07Z</dcterms:modified>
</cp:coreProperties>
</file>