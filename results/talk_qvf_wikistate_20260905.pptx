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</c:v>
                  </c:pt>
                  <c:pt idx="2">
                    <c:v>2 Certify</c:v>
                  </c:pt>
                  <c:pt idx="3">
                    <c:v>3 Compile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query-conditioned validity for conversational memory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step helps, what the write side gained this week, and whether it travels beyond WikiState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talk · 5 September 2026 · 15 minutes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(15 minutes)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276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step by step — why each step removes one failure source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199339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chain, before → after, evidence  (7 min)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6791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the code review, and a generality check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30449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90 → 95; two third-party arenas; what is general and what was tuned  (4 min)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7307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scale, what only it tests, review status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09651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800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782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received, what changed, boundaries, next steps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54480" y="51480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what the reader is up against — one real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four of them carry the persona's own position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succession must be inferred from dates.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memory systems and benchmarks fix validity at write time: the latest value wins and older values count as errors — but “where was I in 2009?” and “how many times?” need the superseded values.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retrieval; every RAG variant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full text (no-filler: direct +22.5, ledger +1.7)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entity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463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536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847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2606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679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date, can be located in a source sentence, and declare a held state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822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133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4892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965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6080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46304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span, entity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select(cards,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slot(q), 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0 · Write time: state cards, no adjudication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coverage — every session is read once, so no evidence is left to retrieval luck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 raw session (1992-04-09, user turns)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“Right, polling day at last — I've been up since half five, out at the school gate in Royton with a flask of tea and a rosette… Remind me to buy new laces for the brown shoes…”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 — the count went our way. I'll be taking my seat as a member of the 51st Parliament of the United Kingdom, so put that in your notes… My voice has completely gone.”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I collapse: set something for later in the week about digs in London… And tea. Lots of tea.”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cards extracted from that session (real store v45)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r41  slot political_activity · value “campaigning for Parliament in Royton” · date 1992-04-09 · span “I've been up since half five, out at the school gate in Royton…”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  slot political_office · value “member of 51st Parliament of the United Kingdom” · date 1992-04-09 · span “I'll be taking my seat as a member of the 51st Parliament…” · entity user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merged, ranked or judged; the shoe laces and the London digs are simply not states.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sorted(sessions, by=date):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LLM_extract(s):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slot: c.slot,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c.value,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stated_date: c.date or s.date,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span: verbatim(c.span, s),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entity: c.entity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supersession decision here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built at read time from the 10 retrieved turns: 60.2; 85.3 when retrieval happens to cover every session, 15.9 when one session is missing → write-time = coverage.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retrieval reaches 99.8% of gold anchors and still fails 37%: finding is necessary, not sufficient — the next steps do the 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gold sentences fed to the direct reader: 76.7 &lt; ledger 82.6 (p = 8e-11).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MemTrace (2606.17328): across 13 configurations the dominant bottleneck is evidence use, not retrieval.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 / Graphiti (2501.13956): write-time extraction into dated facts as a memory design.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Select: the queried slot, the persona's own states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distractors — other people's and off-slot states entering the count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all 56 cards of this persona (store v45)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travel_history 8 · political_office 4 · event_attendance 3 · political_activity 2 · shopping_habits 2 · family_relationships 2 · podcast_app 2 · morning_exercise_routine 1 · 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reader given all of this counts “campaigning in Royton” as a position change and, in other chains, “our team lead Emily was promoted” as the persona's own state.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pool for slot = position, entity = user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member of 46th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member of 47th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member of 51st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member of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cards remain; 52 are out of the counting pool before the reader sees anything.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SELECT(cards, q):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slot = slot_class(q)   # employer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position | team | residence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[c for c in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slot_class(c.slot) == slot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and c.entity == 'user']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filler sessions from the corpus: direct +22.5, full text +20.0, ledger +1.7 → the ledger had already removed the harm; 44% of the structural premium is distractor resistance.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at write time (cards only for the persona) recovers 92% of an −18.4 third-person attack but costs −3 on clean text → kept as a hardening flag, default off.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ICML 2023 (2302.00093): topically similar but irrelevant context sharply lowers LLM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Certify: dated, locatable, and a held 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unverifiable cards — no date, no verbatim source, or not a state at all (plans, nominations, one-off tasks)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the pool can contain cards that are…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without a stated date (“I do a 30-minute yoga session every morning” — a routine, no date);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whose span cannot be located verbatim in the source session (paraphrased by the extractor);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plans / nominations / candidacies (“teaching assistant nominee”), incoming / admitted (“admitted to UC Berkeley”), one-off tasks (“working on a big campaign at job”), restatements.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only cards that pass three 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stated_date present (day precision when the source has one);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found verbatim in its session (the anchor a human reviewer can check);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assertion_type = start (a first-person declaration of holding the state).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 chain all four position cards pass; in the 36-chain sample the filter drops 203 of 1,639 cards and loses zero gold rows.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CERTIFY(pool):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 in 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c.stated_date: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c.span not in text(session(c)):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assertion_type(c) != 'start':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   # plan, task, restate,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other_person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verbatim anchors from the ledger: −5.4 (p = 1e-4) — readers start trusting unsupported cards.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Assertion-type filter (rules, zero cost): compiled ledger = gold 131 → 137 of 140 questions; reader accuracy 88.6 / 91.4 → 93.6 / 95.0 (haiku / Sonnet 5); the residual errors were plans and nominations misread as roles.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rung alone is small (+0.5 here, +5.7 on the clean subset): it feeds step 3 — without dates nothing can be sorted.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TAC-KBP temporal slot filling (2011/2013) and Garrido et al., ACL 2012: employer / position / membership / residence as slots whose values are valid only over an interval and must be anchored to dated evidence.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Compile: sort, merge, count — by code, not by the 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aggregation — ordering and counting over a timeline is the weak reader's blind spot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certified cards in extraction order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“member of 51st Parliament” (1992-04-09), “member of 46th Parliament” (1974-02-28), “member of House of Lords” (1997-10-03), “member of 47th Parliament” (1974-10-10), plus any restated value from a later session…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reader asked “how many times” must order, deduplicate and count in its head.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ledger, computed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1974-02-28  46th Parliament          tenure 224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1974-10-10  47th Parliament          tenure 6,391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1992-04-09  51st Parliament          tenure 2,003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1997-10-03  House of Lords           current (to Today)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= 3 · values before 1998-04-01 = 4 · first = 46th, latest =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adjacent values are merged so a restatement never counts as a change.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COMPILE(cards, today):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sort(cards, key=stated_date)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merge_adjacent_equal(rows)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n_changes = len(rows) - 1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r in enumerate(rows):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= rows[i+1].date if i+1 &lt; len(rows)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else today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r.tenure = end - r.date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rows, n_changes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same reader: change_count 29.9; ledger 85.4. The compile rung is the largest single step (+12.7 on 560 q) — the other 56% of the structural premium.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retrieval does not substitute: top-50 lifts count_before but change_count drops (47.2 → 33.3) and longest_tenure stays at 34 (ledger 94).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strong reader the compile step matters less (Sonnet 5 on full context 97.1) — the reader can count itself; with a 104K store it cannot (54.9 vs projection 74.2).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PAL, ICML 2023 (2211.10435): let a program execute the arithmetic step.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and Fate, NeurIPS 2023 (2305.18654): transformers fail on chained multi-step aggregation.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of Time, ICLR 2025 (2406.09170): ordering and counting over timelines is weak even when facts are given.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Ledger + protocol: list the trajectory, then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skipping — answering from intuition instead of the whole trajectory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what the reader used to see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14K tokens of chat in narrative order (full text), or 10 retrieved turns with session dates (top-10), and a question.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readers jump to a plausible number (“2” or “4”) without enumerating the states.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rendered ledger + the trajectory-first protocol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| VALUE | SOURCE SENTENCE (verbatim)  — 4 rows, ~2.9K tokens including the protocol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“First list the trajectory of the queried slot with dates; then answer the question from that list.”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output: “Trajectory: 1974-02-28 46th; 1974-10-10 47th; 1992-04-09 51st; 1997-10-03 House of Lords. Changes: 3.”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carries its anchor sentence, so the answer is auditable.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ANSWER(q, 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prompt = PROTOCOL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render_table(rows)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PROTOCOL: list the 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trajectory first, then answer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reader(prompt)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effect by reader: haiku +10.9 (p &lt; 1e-6), gpt-5-mini −3.5, Gemini 3.6 Flash +0.35 n.s. — a scaffold for weak and mid-tier readers.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alone gives nothing: an unstructured summary at equal token budget scores 52.8 = full text 52.3; summary → bare ledger +22.6 (p = 2e-21).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q: the ledger beats top-10 retrieval by ≥ 15 pp for all; against the whole memory in the prompt it wins for haiku (+23.6) and a local 14B model (+17.9), ties for Gemini (−0.7) and roughly ties for gpt-5-mini (−4.3, n.s., after fixing its output cap).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Sprague et al. 2024 (2409.12183): chain-of-thought helps mainly on symbolic / counting tasks.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Middle, TACL 2024 (2307.03172): evidence buried in long context is missed.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 (batches 44 / 46b): same layout + protocol with compile off scores 85.0 (14K) / 70.0 (104K); keyword-matched raw quotes in the same layout 85.4 / 55.8; ledger 89.3 / projection 61.7. About 88% of the ledger’s gain over plain full text is layout + protocol; write-time cards add coverage, de-duplication (raw quotes double-count repeated mentions at 104K) and auditability, not most of the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the steps back together: the ladder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 questions, corpus v2.4, one store, reader haiku-4.5, judge Opus 5; paired McNemar per rung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retrieval, raw text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distractors out of the counting pool (44% of the premium)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alone; feeds the compile step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34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by code (the other 56%)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reading; helps weak / mid readers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06640" y="5989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gain: +42.0 pp vs top-10 retrieval, chain-cluster 95% CI [37.0, 46.9]; +21.4 vs the whole memory in the prompt on the same weak reader.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the code review (batches 47–50)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is a default-off builder flag; stores are never overwritten; every number is a paired comparison on the same questions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356616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card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extracting claim, value_tags, implies_stale_slots, relation fields (42% of card characters; the ledger path never reads them)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chains, Sonnet: gold rows 133/133, extra rows 4 → 2, output tokens −33%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lossless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slot rule + value normalisation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slot_class from a closed set so ‘postdoc at X’ becomes position + employer, two cards; strip parentheticals and corporate suffixes from values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it a strong reader falls 95.0 → 88.6 (count_before 89 → 69); with it 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entailment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cheap model labels each card’s assertion type (start / plan / task / other person / restate / hypothetical / ended); drop non-start types, keep 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chains: extra rows 40 → 28, compiled ceiling 91.4 → 93.8, zero gold rows lost; keyword rules 92.7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on state-chain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extraction (embedding localiser → extractor)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picks candidate turns by similarity to ‘state start’ queries; Stage 2 extracts only those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WikiState: lossless, build tokens −90%, 104K weak reader 54.2 → 70.0. STALE 61.7 → 43.3, MemOps 52.5 → 25.8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only with domain slot queries: tuned,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097280"/>
                <a:gridCol w="1005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chains, 560 questions, haiku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(two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gold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store v48f (batch 46d)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89.82 / 90.18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542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four fixes (v52f)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95.36 / 94.82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(wording variants)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vs v48f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 / +4.6 pp, McNemar p = 1e-4 / 1e-3, cluster 95% CI [+2.2, +8.9]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 a write-side change moved the reader significantly. Without the tuned Stage 1, the three general fixes alone reach 95.7 on the 36-chain subset (v48f 90.0 on the same questions). Sonnet 5 reader: 92.9 vs 95.0 before (n.s.).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new configuration tuned to WikiState? Same configuration on two third-party arenas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19 fresh samples (40 stores / 120 q each), haiku reader and the arena’s own judge, paired with the old cards built by the same extractor family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1828800"/>
                <a:gridCol w="182880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(36 chains, 140 q, 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(120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cards, full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 (v48f)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19 / 46d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general fixes, no Stage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(20 stores, same-store old 48.3; p = 1.0)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 (20 stores, same-store old 66.7; p = 0.36)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equal; STALE −8 n.s., dim3 loses the ended / condition information the slim contract dropped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four WikiState slot queries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 / 94.3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 (p = 1e-6)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(p = 0.004)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tuned: below direct read on both arenas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15 general queries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half; still below full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 (+ended, +condition) with a store-wide entailment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(−4.3, p = 0.15)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drops 76–78% of cards on generic memories: the ‘held state’ semantics are WikiState’s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contract, filter on state-chain slot classes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50, running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travels: the slim contract, the closed-set slot rule with value normalisation, and the entailment filter restricted to state-chain slot classes (position, employer, team, residence, device, location, relationship).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not: any Stage 1 whose queries name the benchmark’s slots, and any filter that assumes every memory is a first-person held state. Both are now default-off and reported as ablations.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reviewer’s Stage 1 (‘cheap model / embedding / rule’ event localisation, slot-agnostic) has not been tested yet; the four-query version was my shortcut, not the suggestion.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table: 560 questions, all arms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store v45 (derived store v45k for the middle rungs) unless noted; reader haiku-4.5, judge Opus 5; $ at haiku list price $1/M in, $5/M out; the v52f row uses the tuned Stage 1 and is reported as an ablation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frozen Sonnet-built store v48f (batch 46d,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all four fixes incl. tuned Stage 1 (v52f, batch 49,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5.01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 (archived wording)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type (direct → QVF): change_count 35.4 → 85.4, count_before 42.4 → 86.8, longest_tenure 29.7 → 90.6, first_vs_last 79.9 → 94.4. Counting types are where the direct reader fails and where the ledger pays; first_vs_last is answerable by retrieval alone. Three validity types (v2.0 archive): current value +8.3, point-in-time +59.0, historical aggregation +34.0.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reviewer findings, fixes, and evaluation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rounds on the display version; machine review of every release; latest version now under human evaluation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645920"/>
                <a:gridCol w="24688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(v2.0 display)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(all 149) · senior1 (a reviewer I recruited, 85) · senior2 (a reviewer recruited by my lab senior, 84)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items = 144 chains + 5 planted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senior2 7 errors / 1 unsure; senior1 5 errors; agreement α 0.45 (0.30 excl. planted); error rate est. 6–7%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v2.1–v2.4: four cleaning passes (247 contaminating sentences, −0.42%), gold-contamination erratum, 16 near-tie questions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(v2.4, v2.5)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Opus 5 agents driving the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 (Wilson upper 2.6%)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v2.5: full-read scan of 144 chains (1,390 flags), independent adjudication (49 confirmed), surgical deletion under two gates; tenure convention written into datasheet and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on v2.5; senior reviewers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numbers replace the main table once agreement is computed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taxes the retrieval arm less than the structured arms, so every pass widened the gap (v2.0 +34.0 → v2.4 +41.5); v2.2 / v2.3 / v2.4 / v2.5 scores are statistically indistinguishable — cleaning has saturated.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a release is handed to human reviewers only after machine review passes with zero real-chain flags; a failed review triggers a fix and a new version.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dataset browser (chains, questions, raw sessions with highlighted anchors) is in the talk folder.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 (code review, Notion) and what changed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read the 27 Aug main branch; verified against current code and results; four items changed, two intentionally not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37490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Reviewer’s 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after checking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claim, value_tags, implies_stale_slots, validity species are unused or guesses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for the ledger path (never read; 42% of card characters); the species prompt belongs to the engine path, not the card builder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contract flag; cessation and condition kept as optional fields because STALE needs them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≈ entity, meaningless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 old code: main stores had no owner field; it matters only under third-person injection (recovers 92% of an 18.4 pp drop)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as a default-off flag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LLM call decides six things; long context misses states; propose two-stage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measured (haiku 71/542 rows, Sonnet 21 → 14); 14K stores are single-batch, so length is not the cause; regex localiser recalls 12.5–65%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Stage 1 built; lossless on WikiState, tuned elsewhere →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 checks substring, not entailment (‘considered joining Google’)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correct; it is exactly the batch 38c finding; keyword rules had two false drops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entailment verifier with the reviewer’s {entailed, type} output; beats keyword rules with zero gold loss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canonicalisation only in the prompt; value normalisation too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post-processing alias table already existed; prompt-side canonicalisation did not raise scores; value variants inflate change counts in 6–16% of transitions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rule + value normaliser; harmless at reader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edges dangle across batches → updates lost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misread: the ledger path computes transitions from dates, not relation labels; 14K stores are single-batch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fields dropped with the slim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effect of the review: +5 pp for the weak reader on 144 chains, −63% read tokens, −90% build tokens where Stage 1 applies, and a sharper statement of what is general.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conditions: non-frontier reader, or store beyond the context window, or cost-bound. A strong reader on a 14K store reads the whole memory as well or better (97.1); the ledger is then the cheaper, auditable layer.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88% of the ledger’s gain over plain full text is layout + trajectory protocol; write-time cards earn their place through coverage, de-duplication, auditability and cost.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tuned Stage 1 and the store-wide entailment filter are reported only as ablations; the general configuration is the one that goes in the method section.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dialogue; assistant turns stored truncated; human agreement fair (α 0.45 / 0.30); v2.5 human review in progress; extraction is nondeterministic; reader run-to-run sd ≤ 1.6 pp.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batch 50: the general contract with the filter restricted to state-chain slots on all three arenas; then rebuild the 144-chain main store with the general configuration and re-run the main table.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reviewer’s slot-agnostic Stage 1 (cheap model judging ‘is this turn a state declaration?’) on WikiState and STALE (~$4).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v2.5 human evaluation (author, then the two senior reviewers) and report agreement against the machine review.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§1 claim restated as ‘validity = f(memory × query)’; §2 ancestors (TAC-KBP temporal slot filling) and the 22 newly read neighbours; method section = general configuration; §8 limitations = three conditions + what was tuned.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 · exclusion tests · when it does not help · realistic baseline · other retrieval, scale, competitors · cost · cross-tests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exclusion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and judge; v2.0 archive unless noted — each row rules out one alternative explanation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a retrieval gap”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(quantifies the distractor share: 44%)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shorter”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“anchors are decoration”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turns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with full coverage, 15.9 with one session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“write time does not matter”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(write-side headroom +4.5; residual 55 errors = write 38 · read 13 · gold+judge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Second-family judge (gpt-5-mini) re-judges 2,304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89–97%, κ 0.78–0.91; ledger − direct widens to +48.6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judge favours QVF”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holdout chains, zero QID overlap (two independent draws)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+40.0 and +43.1 on the two halves; pooled +41.56 vs main field +41.49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“over-fitted to the development chains”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retrieval variants incl. top-50 (99.8% anchor coverage) and LLM rerank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62.9 vs ledger 91.4 (p = 5e-10)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 better retriever would do it”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Render-matched controls (same layout + protocol, mechanism 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14K: cards-only 85.0, raw quotes 85.4, ledger 89.3; 104K: cards-only 70.0, raw quotes 55.8, projection 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(limits the claim: ~88% of the gain is layout + protocol; cards add coverage, de-dup, auditability)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the same mechanism, read the other 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 unless noted; ‘full context’ = the whole raw memory in the prompt, plain system prompt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 (3.4K tok, filtered Sonnet-built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−2.1, p = 0.51: the reader does the four sub-tasks itself; 1/5.4 the tokens remain the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 (142K tok; 120 q, capped rows rerun at 8000)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+8.4 vs full context, per-question p = 0.02–0.19, store-level CI crosses zero;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questions: the ledger beats top-10 retrieval by ≥ 15 pp for every reader; against full context it wins for haiku (+23.6) and a local qwen3:14b (+17.9), ties for Gemini 3.6 Flash (−0.7) and for gpt-5-mini after fixing its output cap (−4.3, n.s.). The stronger the reader on full context, the smaller the ledger's edge. Full text + protocol on Sonnet 5: 96.4 = plain full text 97.1 = ledger 95.0.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side: Sonnet-built cards give 133/133 gold rows but 92.9 / 92.1; the assertion-type filter lifts to 93.6 / 95.0; a second extraction pass reaches 140/140 gold rows. Scaled to all 144 chains (batch 46d) the frozen configuration cuts missing gold rows 71 → 14 and lifts the compiled ceiling 85.9 → 92.5, yet the haiku reader scores 89.8 / 90.2 vs 89.3 on the haiku-built store (p = 0.80): ledger content is not this reader's bottleneck. Extraction is nondeterministic (two passes overlap 2–33% of cards) and repeat runs of six arms show run-to-run sd ≤ 1.6 pp (batch 46c).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bytes; the main table's first row must be the plainest full-context call.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with Sonnet-built cards and the assertion-type filter the gap is −2.1 (p = 0.51) at 1/5.4 the input tokens.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pp; the +42 headline is reported next to +21 (weak reader) and −2 (strong reader), never alone. Run-to-run sd across six arms is ≤ 1.6 pp (batch 46c), so differences under ~3 pp are not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14K stores (140 q), 104K-token stores (120 q), v2.5 sample (15 chains / 58 q)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05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560 questions, haiku-4.5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reads 2.9K tokens where the protocol on full text reads 13.9K (1/4.7) at similar accuracy; on a 104K store the projection reads 8.8K vs 103.8K (1/12) and full text collapses. Against cheaper reasoning readers the cost edge is 1.4–2.6×; the earlier ‘5×’ claim is withdrawn.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wins where the question needs cross-date state-transition reasoning and memories are dated statements; it loses on verbatim facts, preferences and wording, assistant-side content, and snapshot corpora. This is the claim's scope, stated in §1 and limitations.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set; same reader and judge; official packages where available (18 run, 2 blocked by Docker)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fix validity as a one-time scalar at write time (Zep / TRACE / MemStrata) or adjudicate at read time toward the current value only (EvoMem, APEX-MEM, StateAuditor, StateMemWrapper); none lets a superseded value be the correct answer. Middle of the table: CIs overlap, no ranking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QVF &amp; WikiState</dc:title>
  <dc:subject>PptxGenJS Presentation</dc:subject>
  <dc:creator>Jeremy Zhong</dc:creator>
  <cp:lastModifiedBy>Jeremy Zhong</cp:lastModifiedBy>
  <cp:revision>1</cp:revision>
  <dcterms:created xsi:type="dcterms:W3CDTF">2026-09-04T14:45:11Z</dcterms:created>
  <dcterms:modified xsi:type="dcterms:W3CDTF">2026-09-04T14:45:11Z</dcterms:modified>
</cp:coreProperties>
</file>