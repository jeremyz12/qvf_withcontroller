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step helps, what the write side gained this week, and whether it travels beyond WikiState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5 September 2026 · 15 minutes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(15 minutes)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276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step by step — why each step removes one failure source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199339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chain, before → after, evidence  (7 min)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6791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a senior labmate’s code review, and a generality check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30449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90 → 95; two third-party arenas; what is general and what was tuned  (4 min)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7307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scale, what only it tests, review status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09651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800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782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received, what changed, boundaries, next steps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51480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roughly ties for gpt-5-mini (−4.3, n.s., after fixing its output cap).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(batches 44 / 46b): same layout + protocol with compile off scores 85.0 (14K) / 70.0 (104K); keyword-matched raw quotes in the same layout 85.4 / 55.8; ledger 89.3 / projection 61.7. About 88% of the ledger’s gain over plain full text is layout + protocol; write-time cards add coverage, de-duplication (raw quotes double-count repeated mentions at 104K) and auditability, not most of the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a senior labmate’s code review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47–50. Each fix is a default-off builder flag; stores are never overwritten; every number is a paired comparison on the same questions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356616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card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extracting claim, value_tags, implies_stale_slots, relation fields (42% of card characters; the ledger path never reads them)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chains, Sonnet: gold rows 133/133, extra rows 4 → 2, output tokens −33%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lossless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slot rule + value normalisation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slot_class from a closed set so ‘postdoc at X’ becomes position + employer, two cards; strip parentheticals and corporate suffixes from values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it a strong reader falls 95.0 → 88.6 (count_before 89 → 69); with it 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cheap model labels each card’s assertion type (start / plan / task / other person / restate / hypothetical / ended); drop non-start types, keep 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chains: extra rows 40 → 28, compiled ceiling 91.4 → 93.8, zero gold rows lost; keyword rules 92.7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on state-chain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extraction (embedding localiser → extractor)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picks candidate turns by similarity to ‘state start’ queries; Stage 2 extracts only those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WikiState: lossless, build tokens −90%, 104K weak reader 54.2 → 70.0. STALE 61.7 → 43.3, MemOps 52.5 → 25.8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only with domain slot queries: tuned,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097280"/>
                <a:gridCol w="1005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chains, 560 questions, haiku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(two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gold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store v48f (batch 46d)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89.82 / 90.18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 fixes (v52f)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95.36 / 94.82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(wording variants)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vs v48f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 / +4.6 pp, McNemar p = 1e-4 / 1e-3, cluster 95% CI [+2.2, +8.9]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 a write-side change moved the reader significantly. Without the tuned Stage 1, the three general fixes alone reach 95.7 on the 36-chain subset (v48f 90.0 on the same questions). Sonnet 5 reader: 92.9 vs 95.0 before (n.s.).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new configuration tuned to WikiState?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configuration on two third-party arenas: batch 19 fresh samples (40 stores / 120 q each), haiku reader and the arena’s own judge, paired with the old cards built by the same extractor family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1828800"/>
                <a:gridCol w="182880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(36 chains, 140 q, haiku)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(120 q)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 q)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cards, full extraction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 (v48f)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19 / 46d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general fixes, no Stage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(20 stores, same-store old 48.3; p = 1.0)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 (20 stores, same-store old 66.7; p = 0.36)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equal; STALE −8 n.s., dim3 loses the ended / condition information the slim contract dropped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four WikiState slot queries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 / 94.3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 (p = 1e-6)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(p = 0.004)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tuned: below direct read on both arenas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15 general queries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half; still below full extraction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 (+ended, +condition) with a store-wide entailment filter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(−4.3, p = 0.15)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drops 76–78% of cards on generic memories: the ‘held state’ semantics are WikiState’s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contract, no filter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(−2.5, p = 0.69)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 (−13.3, p = 0.007)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slim contract itself costs 13 pp on STALE; restoring ended / condition did not recover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contract, filter on state-chain slot classes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 (−5.0, p = 0.38)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 (−14.2, p = 0.014)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filter scope is harmless (−0.8 / −2.5 vs no filter)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travels: the closed-set slot rule with value normalisation, and the entailment filter restricted to state-chain slot classes (harmless on all three arenas).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not: the slim contract (−13 pp on STALE, p = 0.007, even with ended / condition restored), any Stage 1 whose queries name the benchmark’s slots, and a store-wide filter. All three are default-off and reported as WikiState-specific ablations.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labmate’s Stage 1 (‘cheap model / embedding / rule’ event localisation, slot-agnostic) has not been tested yet; the four-query version was my shortcut, not his suggestion.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store v45 (derived store v45k for the middle rungs) unless noted; reader haiku-4.5, judge Opus 5; $ at haiku list price $1/M in, $5/M out; the v52f row uses the tuned Stage 1 and is reported as an ablation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frozen Sonnet-built store v48f (batch 46d,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all four fixes incl. tuned Stage 1 (v52f, batch 49,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5.01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 and what changed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senior labmate’s code review (Notion). He read the 27 Aug main branch; verified against current code and results; four items changed, two intentionally not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 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after checking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claim, value_tags, implies_stale_slots, validity species are unused or guesses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for the ledger path (never read; 42% of card characters); the species prompt belongs to the engine path, not the card builder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contract flag; lossless on WikiState but −13 pp on STALE even with cessation / condition restored → WikiState-specific option, not the default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≈ entity, meaningless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old code: main stores had no owner field; it matters only under third-person injection (recovers 92% of an 18.4 pp drop)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as a default-off flag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LLM call decides six things; long context misses states; propose two-stage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measured (haiku 71/542 rows, Sonnet 21 → 14); 14K stores are single-batch, so length is not the cause; regex localiser recalls 12.5–65%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Stage 1 built; lossless on WikiState, tuned elsewhere →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 checks substring, not entailment (‘considered joining Google’)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correct; it is exactly the batch 38c finding; keyword rules had two false drops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 verifier with his {entailed, type} output; beats keyword rules with zero gold loss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canonicalisation only in the prompt; value normalisation too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post-processing alias table already existed; prompt-side canonicalisation did not raise scores; value variants inflate change counts in 6–16% of transitions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rule + value normaliser; harmless at reader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edges dangle across batches → updates lost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misread: the ledger path computes transitions from dates, not relation labels; 14K stores are single-batch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fields dropped with the slim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effect of the review: +5 pp for the weak reader on 144 chains, −63% read tokens, −90% build tokens where Stage 1 applies, and a sharper statement of what is general.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conditions: non-frontier reader, or store beyond the context window, or cost-bound. A strong reader on a 14K store reads the whole memory as well or better (97.1); the ledger is then the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88% of the ledger’s gain over plain full text is layout + trajectory protocol; write-time cards earn their place through coverage, de-duplication, auditability and cost.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slim contract, the tuned Stage 1 and the store-wide entailment filter are reported only as WikiState-specific ablations; the method section gets the closed-set slot rule, value normalisation and the chain-slot entailment filter, which held on all three arenas.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v2.5 human review in progress; extraction is nondeterministic; reader run-to-run sd ≤ 1.6 pp.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Ablate why the slim contract loses 13 pp on STALE (claim, relation fields, closed-set slots: ~$11 each); rebuild the 144-chain main store with the configuration that held on all three arenas and re-run the main table.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senior labmate’s slot-agnostic Stage 1 (cheap model judging ‘is this turn a state declaration?’) on WikiState and STALE (~$4).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the two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query)’; §2 ancestors (TAC-KBP temporal slot filling) and the 22 newly read neighbours; method section = general configuration; §8 limitations = three conditions + what was tuned.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 · exclusion tests · when it does not help · realistic baseline · other retrieval, scale, competitors · cost · cross-tests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Render-matched controls (same layout + protocol, mechanism 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14K: cards-only 85.0, raw quotes 85.4, ledger 89.3; 104K: cards-only 70.0, raw quotes 55.8, projection 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(limits the claim: ~88% of the gain is layout + protocol; cards add coverage, de-dup, auditability)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(142K tok; 120 q, capped rows rerun at 8000)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 vs full context, per-question p = 0.02–0.19, store-level CI crosses zero;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for gpt-5-mini after fixing its output cap (−4.3, n.s.). The stronger the reader on full context, the smaller the ledger's edge. Full text + protocol on Sonnet 5: 96.4 = plain full text 97.1 = ledger 95.0.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Scaled to all 144 chains (batch 46d) the frozen configuration cuts missing gold rows 71 → 14 and lifts the compiled ceiling 85.9 → 92.5, yet the haiku reader scores 89.8 / 90.2 vs 89.3 on the haiku-built store (p = 0.80): ledger content is not this reader's bottleneck. Extraction is nondeterministic (two passes overlap 2–33% of cards) and repeat runs of six arms show run-to-run sd ≤ 1.6 pp (batch 46c).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Run-to-run sd across six arms is ≤ 1.6 pp (batch 46c), so differences under ~3 pp are not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2026-09-04T15:13:00Z</dcterms:created>
  <dcterms:modified xsi:type="dcterms:W3CDTF">2026-09-04T15:13:00Z</dcterms:modified>
</cp:coreProperties>
</file>