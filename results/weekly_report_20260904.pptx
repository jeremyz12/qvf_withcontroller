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at a glance — and what only it tests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 the left; the distinctiveness matrix on the right (attributes verified from full-text reads of each benchmark)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(v2.5)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chains (persona × slot)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144: employer 51 · position 44 · team 38 · residence 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state 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(3–8 per chain, median 3; 25 chains with ≥ 5 states)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 /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 sessions (542 chain + 4,312 filler), 23,696 turns; ≈ 14K tokens per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span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span 1–90 years (median 10.2); dates 1423–2024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aggregation (change_count 144 · count_before 144 · first_vs_last 144 · longest_tenure 128) + 576 validity probes (current / false premise / point-in-time / trajectory)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chains / 320 q, zero QID overlap (two independent draws)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track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stores of ≈ 104K tokens, 120 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542/542 anchors verbatim (machine); 2 × 149-item machine reviews 0/144 flags; human α 0.45 (0.30 excl. planted)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502920"/>
                <a:gridCol w="731520"/>
                <a:gridCol w="64008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KB chain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 states / slot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Point-in-time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aggregation 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Superseded value = gold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WikiState v2.5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StateMemBench 2608.19652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(program)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(drift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(historical Q)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First 2607.21962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(script)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MemOps 2607.12893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Memora / HorizonBench / DynamicMem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/ 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(old = error)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TimelineQA 2023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(templates)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(no supersession)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/ MemConflict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/ partial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/ LoCoMo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/ ChronoScope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 / parametric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235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WikiState has all three of point-in-time questions, chain-aggregation questions, and a superseded value as the gold answer — together these define query-conditioned validity: the same memory is wrong for “now” and right for “2009” or “how many times”. Boundaries stated with it: LLM-rendered dialogue, assistant turns stored truncated, filler anachronisms (1,014, not touching gold), residence under-represented (11 chains), main field reused during development (holdout matches within 0.07 pp).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5, batch 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54.9 (142K tok; n = 82, 18% capped)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 · 73.3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+17.1 vs full context on the same 82 q, p = 0.024 (store CI crosses zero, 9 stores unfinished); projection costs 1/9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reader-insensitive (haiku 91.4 → Sonnet 90.7, p = 1.0) while every other arm gains 18–27 pp from the stronger reader: its ceiling is set by card content, not by reading.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fixes, step by step: Sonnet-built cards 133/133 gold rows but 92.9 / 92.1 (haiku / Sonnet); slot canonicalisation alone 88.6 / 91.4; adding a rule-based assertion-type filter (drop plans, nominations, one-off tasks, restatements; 203 of 1,639 cards, zero gold rows lost) gives 93.6 / 95.0 — gap to full context now −2.1 (p = 0.51). The last 3 questions are one chain whose extraction missed 28 cards. StateMemBench (2608.19652, §3.2) reports the same pattern: 44.4% of failures under oracle retrieval are stale-state answers.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80 chains / 320 q, zero QID overlap (40 added this week, chain-length matched, new seed)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40: QVF 90.6 vs direct 50.6 (+40.0, cluster CI [31.3, 48.1]); pooled 80: +41.56 vs main field +41.49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chains; full-context haiku 72.5 sits between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the v45 ledger is −6.4 (p = 0.035); with Sonnet-built cards and the assertion-type filter the gap is −2.1 (p = 0.51) at 1/5.4 the input tokens.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/ −2 (strong reader), never alone. With the ledger at 140/140 gold rows, reader scores still move 3–4 pp between runs (97.1 / 93.6): single 140-q runs cannot separate 93 from 97 — repeat runs or the full set are needed for such claims.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82, budget stop; 18% of calls truncated at the output cap).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v45 ledger (97.1 vs 90.7, p = 0.035); Sonnet-built cards plus an assertion-type filter reach 95.0 (−2.1 vs full context, n.s.); the residual is one chain's extraction gap.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noise; write-side extraction is nondeterministic (two passes overlap 2–33% of cards) and 140-q reader runs jitter 3–4 pp.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now: render-matched control (layout kept, compile off) and a second-family judge re-judging the main table; finish the 104K full-context arm (38 questions) so the store-level CI closes;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2026-09-04T02:15:05Z</dcterms:created>
  <dcterms:modified xsi:type="dcterms:W3CDTF">2026-09-04T02:15:05Z</dcterms:modified>
</cp:coreProperties>
</file>