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 read (top-10 retrieval)</c:v>
                  </c:pt>
                  <c:pt idx="1">
                    <c:v>1 Select (slot-relevant cards)</c:v>
                  </c:pt>
                  <c:pt idx="2">
                    <c:v>2 Certify (dated, locatable)</c:v>
                  </c:pt>
                  <c:pt idx="3">
                    <c:v>3 Compile (sort, merge, count)</c:v>
                  </c:pt>
                  <c:pt idx="4">
                    <c:v>4 Ledger + protocol (QVF)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47.32</c:v>
                </c:pt>
                <c:pt idx="1">
                  <c:v>66.25</c:v>
                </c:pt>
                <c:pt idx="2">
                  <c:v>66.79</c:v>
                </c:pt>
                <c:pt idx="3">
                  <c:v>79.46</c:v>
                </c:pt>
                <c:pt idx="4">
                  <c:v>89.29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Input tokens per question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tokens per question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</c:v>
                  </c:pt>
                  <c:pt idx="1">
                    <c:v>3 Compile</c:v>
                  </c:pt>
                  <c:pt idx="2">
                    <c:v>4 QVF ledger</c:v>
                  </c:pt>
                  <c:pt idx="3">
                    <c:v>Full text + protocol</c:v>
                  </c:pt>
                  <c:pt idx="4">
                    <c:v>Full text plain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878</c:v>
                </c:pt>
                <c:pt idx="1">
                  <c:v>2268</c:v>
                </c:pt>
                <c:pt idx="2">
                  <c:v>2937</c:v>
                </c:pt>
                <c:pt idx="3">
                  <c:v>13921</c:v>
                </c:pt>
                <c:pt idx="4">
                  <c:v>13672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Median latency per question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latency (s)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</c:v>
                  </c:pt>
                  <c:pt idx="1">
                    <c:v>3 Compile</c:v>
                  </c:pt>
                  <c:pt idx="2">
                    <c:v>4 QVF ledger</c:v>
                  </c:pt>
                  <c:pt idx="3">
                    <c:v>Full text + protocol</c:v>
                  </c:pt>
                  <c:pt idx="4">
                    <c:v>Full text plain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1.55</c:v>
                </c:pt>
                <c:pt idx="1">
                  <c:v>5.28</c:v>
                </c:pt>
                <c:pt idx="2">
                  <c:v>4.84</c:v>
                </c:pt>
                <c:pt idx="3">
                  <c:v>7.84</c:v>
                </c:pt>
                <c:pt idx="4">
                  <c:v>5.46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WikiState v2.5 &amp; QVF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 · Aug 28 – Sep 4,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cleaning v2.4 → v2.5  ·  why each QVF step helps  ·  full results on the latest question 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Zhong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5361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this week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653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v2.4 → v2.5, review infrastructure, conventions &amp; errata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4505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QVF: why each step helps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7797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read-time steps, what each one removes, exclusion tests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3649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results on the latest question set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6941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tokens · cost · latency, per question type, robustness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2793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Cross-tests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6085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on other benchmarks; other systems on WikiState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1937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boundaries &amp; next steps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corpus release, two machine reviews, one convention made explicit, one erratum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2860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v2.4 → v2.5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446020"/>
            <a:ext cx="228600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contaminating sentences removed, 7 duplicate filler sessions merged; −0.31% chars; 542/542 anchors intact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91640"/>
            <a:ext cx="22860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149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2446020"/>
            <a:ext cx="228600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reviews (v2.4, v2.5): 5/5 planted errors caught, 0/144 real chains flagged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22860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576 → 560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2446020"/>
            <a:ext cx="228600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16 near-tie longest-tenure items removed (margin ≤ 1%)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691640"/>
            <a:ext cx="22860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+42.0 pp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5440" y="2446020"/>
            <a:ext cx="228600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ledger vs direct read on the 560-q set (89.3 vs 47.3; chain-cluster 95% CI [37.0, 46.9])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34: full-read scan of all 144 chains by one model, independent per-chain adjudication by another, surgical deletion under two gates (anchors verbatim, zero residue).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pipeline: fresh Opus 5 agents drive the actual review page item by item; two leaks in the planted-error items fixed before v2.5.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convention (chains record declared starts only) found to be systemic, quantified, and written into the datasheet and the review page instead of patching one chain.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rerun on the v2.5 corpus with a new store (batch 35: 36 chains / 140 q): QVF 90.7 vs direct 49.3 (+41.4); paired against the v2.4 store on the same questions the differences are within noise — cleaning does not move the headline. Human review link for v2.5 is ready.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1 · Dataset cleaning v2.4 → v2.5 (batch 34)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144 chains, same 542 gold anchors; only filler text removed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583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every chain read in full (all sessions) under five strict rules → 1,390 verbatim flags (anachronism 1,014 · other 212 · slot-relevant 164).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Adjudicate: 217 flags that could touch a gold chain, judged per chain by an independent model → 49 CONFIRMED · 2 GOLD_ISSUE · 166 BENIGN.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47 sentences (22 whole turns); one deletion skipped because it contained a gold anchor; 7 byte-identical filler sessions merged; 1 emptied session dropped.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542/542 anchor sentences still verbatim in their sessions; 0 confirmed sentences remain; corpus −0.31% characters.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contamination taxes the structured arms, not the retrieval arm — cleaning enlarges the structural premium (v2.0 +34.0 → v2.4 +41.5).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554480"/>
          <a:ext cx="4206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asserted sentences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same-session echoes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rule-matched sentences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(pool audit)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sentences + 7 dup sessions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 → v2.5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chains kept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4114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for v2.2 / v2.3 / v2.4 are statistically indistinguishable (saturation); v2.5 rerun pending.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2 · Review infrastructure and machine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items per review = 144 real chains + 5 planted errors (value swap, date shift, deleted row, fabricated anchor, added row)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2743200"/>
                <a:gridCol w="28346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Planted errors caught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chains flagged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 agents on v2.4 (Sep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149/149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 agents on v2.5 (Sep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149/149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5/5, each with the exact defect named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0/144 (Wilson 95% upper 2.6%)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reviewer-v25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started; link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fresh per batch of 12 items, see only the page, and must check five error classes explicitly; verdicts written to a slot named as a machine reviewer, never into a human slot.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leaks in the planted items fixed: highlights now follow the injected chain; planted ids share the shape of real ids.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agreement on the v2.0 display set (senior2 human · simulated senior1 · Opus-as-author): pairwise agreement 87.4%, all three agree on 13/20 overlap items, Krippendorff α 0.45 (0.30 excluding planted items); dataset error rate estimated 6–7% (upper 17%).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adopted: machine review must pass with zero real-chain flags before a human link is handed out; a failed review triggers a fix and a new version.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3 · Conventions made explicit, and one erratum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convention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record declared starts only; a row stays current until the next declaration. Tenure ends are never stated in the log, so they are not modeled (pre-registered Aug 20).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 flagged one chain for a missing end row. Checked corpus-wide: 105 of 367 transitions (80 chains) have a Wikidata end date more than a year before the next start; 53 of 136 longest-tenure golds would change under real ends.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arm is favored: on the 57 convention-sensitive questions QVF 87.7 / direct 38.6 vs 90.8 / 28.7 elsewhere. At most 3 of 63 QVF errors could be blamed on 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keep the convention; write it into the datasheet, the generator, and the review page ("a chain is not wrong for lacking an end row").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Near-tie erratum (question set)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Longest-tenure uniqueness only holds at day granularity: 16 of 144 questions have top-two tenures within 1%.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v2.5 pass used a wrong "today" (last date + 400 days): dropped 8, of which 2 were not ties, and missed 10.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to the question's own date: exactly 16 removed → 560 questions. Corpus bytes unchanged.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stated: near-ties are coin flips for the direct reader (55.6% vs 29.4% on clear items), so removal slightly favors the structured arms.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rulings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50292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Weill Cornell Medical Center → Weill Cornell Medicine kept as an employer change (two Wikidata entities).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anachronisms (1,014 flags) documented as known blemish; they do not touch gold chains.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QVF in one picture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Write-time state cards, read-time dated ledger; validity is a function of (memory × query), re-derived per question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TIME (once per session)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state cards from each session, in date order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= slot · value · stated date · verbatim source span · owner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adjudication, no merging — record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complete by construction (every session is read once)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94760" y="3474720"/>
            <a:ext cx="548640" cy="54864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55448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Select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9385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cards of the queried slot that belong to the persona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9748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Certify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0815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cards that carry a date and can be located in a source sentence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6280" y="384048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913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Compile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42245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date, merge adjacent equal values, count transitions with an executor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6280" y="498348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5056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Ledger + protocol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53675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dated ledger; reader first lists the state trajectory, then answers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26280" y="6172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TIME (per question)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1554480"/>
            <a:ext cx="3063240" cy="448056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WRITE(sessions):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s in sessions by date: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cards += extract(s)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slot, value, date, span, owner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READ(q, cards):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pool   = select(cards, slot(q),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owner=self)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pool   = certify(pool)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dated &amp; locatable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ledger = compile(sort_by_date(pool))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reader(PROTOCOL,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render(ledger), q)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step helps — the ladder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corpus, same store, same reader (haiku-4.5), same judge; paired McNemar per rung; 560 questions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47.3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06640" y="16916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arrives unordered, undated, mixed with other people's states; a weak reader cannot compute on it (perfect gold sentences fed to direct: only 76.7)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0664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+18.9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26517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other people's and off-slot states from the counting pool — 44% of the structural premium is distractor resistance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0664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Certify +0.5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06640" y="36118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on its own here (+2.9 on v2.0, +5.7 on the clean subset); it feeds step 3 — without dates nothing can be sorted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0664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+12.7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0" y="45720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questions are the weak reader's blind spot (full text: change_count 29.9); the ledger turns 'count transitions' into reading a table — the other 56%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06640" y="5257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+ protocol +9.8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06640" y="55321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trajectory-first protocol; helps mid-tier readers (haiku +10.9), not stronger ones (gpt-5-mini −3.5, Gemini +0.35 n.s.)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evidence: it is the structure, not a coincidence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tests on the v2.0 archive unless noted; all with the same reader and judge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02336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gold-sentence evidence fed to the direct reader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 vs ledger 82.6 (p = 8e-11)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is not a retrieval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all filler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+22.5, full text +20.0, ledger +1.7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 of the premium is distractor resistance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question types on full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change_count 29.9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remaining 56% is aggregation resistance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summary at equal token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 = full text 52.3 (p = 0.89); summary → bare ledger +22.6 (p = 2e-21)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 itself contributes nothing; the structure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verbatim anchors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 vs 82.6, −5.4 (p = 1e-4)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anchors are load-bearing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ledger at read time from the top-10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60.2; 85.3 when retrieval covers all sessions, 15.9 when one is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'write-time' =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cards / oracle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94.97 / 76.74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write-side headroom +4.5; residual 55 errors = write 38 · read 13 · gold+judge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by reader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+10.9 (p &lt; 1e-6) · gpt-5-mini −3.5 · Gemini 3.6 Flash +0.35 n.s.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 for mid-tier readers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latest question set (v2.5, 560 q)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v2.4, single store v45 (derived store v45k for the middle rungs), reader haiku-4.5, judge Opus 5; $ at haiku list price $1/M in, $5/M out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280160"/>
                <a:gridCol w="1371600"/>
                <a:gridCol w="1371600"/>
                <a:gridCol w="12801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direct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tok / 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tok / 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read (top-10 retrieval)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Select (slot-relevant cards)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Certify (dated, locatable)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Compile (sort, merge, count)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Ledger + protocol (QVF)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QVF, owner-gate 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$0.00443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+ 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$0.01619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text, plain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$0.01435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summary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4.88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ledger vs direct: +42.0 pp, chain-cluster bootstrap 95% CI [37.0, 46.9]. Full-text + protocol reaches 86.6 at 4.7× the input tokens and 1.6× the latency; the plain full-text reader stays at 54.5. Owner-gate store −3.0 (p = 0.04 on 576) → gate stays off by default. On the original 576 questions the headline is 89.06 vs 47.57 (+41.5). Partial rerun on the v2.5 corpus with a new store (batch 35, 36 chains / 140 q): direct 49.3 · compile 70.7 · QVF 90.7 (+41.4, CI [30.9, 51.4]); paired vs the v2.4 store on the same 140 questions: −1.4 / −5.0 / −0.7, all n.s.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latency vs direct read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axis per chart; same 560 questions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41732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reads 2.9K tokens where the protocol on full text reads 13.9K (1/4.7) at similar accuracy; on a 104K-session store the ledger degrades slowly (54.2 at 20.9K tokens; slot projection 61.7 at 8.8K) while haiku on full text collapses to 7.5 at 103.8K. Against a cheap reasoning reader (gpt-5-mini full text 65.0) the cost edge shrinks to 1.4–2.6×; the earlier '5×' claim is withdrawn.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question type (560 q)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types are where the direct reader fails and where the ledger pays off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change_count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count_before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longest_tenure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first_vs_last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Select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Certify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Compile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QVF ledger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+ protocol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first_vs_last is answerable by retrieval alone (direct 79.9); the three counting types need every transition in date order.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certify lift count_before most (+30); compile is what lifts longest_tenure (+40.6); the protocol adds the last +20 on change_count.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+ protocol wins count_before and first_vs_last (91.0 / 99.3) but loses change_count (64.6) at 4.7× tokens: reading everything is not the same as counting correctly.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validity types on the v2.0 archive: current value +8.3, point-in-time +59.0, historical aggregation +34.0 (v2.4 single store +41.5).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checks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gain survive new chains, other readers, and larger stores?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set: 40 new chains / 160 q, zero QID overlap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95.0 vs direct 51.9 (+43.1)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overfitting to the development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gate at write time (cards only for the persona's own states)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corpus −3.0 to −3.5 (p = 0.04); recovers 92% of an −18.4 third-person 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 flag, default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baselines for the direct 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bge-reranker 35.1, TempRALM 23.4 (both below direct 47.6)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gap is not a weak-retriever artifact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reader: Gemini 3.6 Flash, 14K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95.5 &gt; ledger 92.5; protocol +0.35 n.s.; direct 63.4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wins for weak / mid readers and large 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scale: 104K-session store, 30 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54.2 @ 20.9K tok · projection 61.7 @ 8.8K · haiku full text 7.5 @ 103.8K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degrades slowly with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versions v2.2 → v2.5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v2.2–v2.4 indistinguishable; v2.5 partial rerun (36 chains, new store) paired vs v2.4 store: direct −1.4 · compile −5.0 · QVF −0.7, all n.s.; the 24 untouched chains drift by the same −2 to −5 (rebuild noise)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has saturated; no v2.5 penalty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review of gold chains (v2.4 and v2.5)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 planted errors caught, 0/144 real chains flagged, each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error rate upper bound 2.6% per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Cross-test 1 · QVF on other benchmarks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reader haiku-4.5; direct = OpenAI embedding top-10; ledger arm vs direct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329184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vs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(120, fresh)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supersession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 vs 46.7, +15.0 (p = 0.008, 3 judges agree)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temporal reasoning (133)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 vs 47.4, +12.8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knowledge update (78)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 vs 78.2, +2.6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multi-session (132)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 vs 61.4, −2.3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 (powered 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single-user (68) / single-assistant (45)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verbatim facts / assistant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 vs 97.1, −25.0 · 0 vs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(card schema extracts user entities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preference (28)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 vs 71.4, −28.6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Wiki (300)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yearly snapshots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 vs 86.7, −4.3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(card builder dates by narrated 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AMemGym (600) / PersonaMem v2 (600)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wording options / retractions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 to −4.7 · −7.2 (who = others +14.0)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MemConflict / MemOps / ElephantBench-OB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/ ops / multi-ledger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 · +4.2 n.s. · 98.3 (= full text 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of 16 arenas: the ledger wins where the question needs cross-date state-transition reasoning and memories are dated statements (STALE, LME temporal, WikiState's three validity types); it loses on verbatim facts, preferences and wording, assistant-side content, and snapshot corpora. This is the claim's scope, stated in §1 and limitations.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Cross-test 2 · Other memory systems on WikiState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60-question v1 calibration set, same reader and judge; official packages where available (18 run, 2 blocked by Docker)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 / compile / select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 / 83.3 / 70.0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tiers of this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(self-built timeline 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non-QVF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Letta-style file-system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$0.021 per question, 21×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HippoRAG 2 (ICML 2025, official)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chain-state recall@10 0.915 — retrieval wins, adjudication loses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lgstore / txtai / direct 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 / 53.3 / 51.7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RAG / cognee / MemOS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 / 46.7 / 45.0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MemOS expands 4.1 nodes per session instead of consolidating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A-MEM / LangMem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 / 40.0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(LoCoMo config / factory)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 / 16.7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supersession edges by default; full 576 q: 16.0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/ BM25 / Graphiti / LightRAG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/ 13.3 / 3.3 / 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Mem0 131 s per question to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failure mode: retrieval wins, adjudication loses. Competitors treat validity as a one-time scalar fixed at write time (Zep / TRACE / MemStrata); QVF treats validity as a function of memory × query and re-derives it at read time. Middle of the table: confidence intervals overlap, no ranking claimed; head and tail are separated.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boundaries and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 (said up front)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claim holds on a synthetic corpus with a weak / mid-tier reader; a strong reader on a 14K store reads full text better than the ledger.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arenas: 2 positive, several ties, several negative; the scope is three conditions, not a universal win.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gate costs accuracy on clean text; the '5× cost' and 'ledger constant' claims are withdrawn.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agreement is fair (α ≈ 0.3–0.45); the v2.5 human review has not started; the 560-q table uses the v2.4-corpus store; the partial v2.5-corpus rerun (36 chains) agrees with it within noise.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builder regression (slot_class / owner fields) still patched via a derived store; fix pending.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review of v2.5 on the author-v25 link (149 items, ~1.5–2 min each); compute agreement against the machine review.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v2.5-corpus rerun of all arms deferred until the human review settles the corpus; competing systems are being rerun on the same v2.5 sample (15 chains / 58 q).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card builder schema regression and retire the derived store.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§2 ancestors (temporal databases, TAC-KBP), §8 limitations as a three-condition scope, datasheet v2.5 with the tenure convention and errata.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v2.5 &amp; QVF · Sep 4,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WikiState v2.5 &amp; QVF — weekly progress</dc:title>
  <dc:subject>PptxGenJS Presentation</dc:subject>
  <dc:creator>Jeremy Zhong</dc:creator>
  <cp:lastModifiedBy>Jeremy Zhong</cp:lastModifiedBy>
  <cp:revision>1</cp:revision>
  <dcterms:created xsi:type="dcterms:W3CDTF">2026-09-03T10:13:32Z</dcterms:created>
  <dcterms:modified xsi:type="dcterms:W3CDTF">2026-09-03T10:13:32Z</dcterms:modified>
</cp:coreProperties>
</file>