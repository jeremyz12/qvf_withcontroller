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 (slot-relevant cards)</c:v>
                  </c:pt>
                  <c:pt idx="2">
                    <c:v>2 Certify (dated, locatable)</c:v>
                  </c:pt>
                  <c:pt idx="3">
                    <c:v>3 Compile (sort, merge, count)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&amp; QVF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report · Aug 28 – Sep 4,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cleaning v2.4 → v2.5  ·  why each QVF step helps  ·  full results on the latest question set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this week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 → v2.5, review infrastructure, conventions &amp; errata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why each step helps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read-time steps, what each one removes, exclusion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results on the latest question 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tokens · cost · latency, per question type, robustness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on other benchmarks; other systems on WikiState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 release, two machine reviews, one convention made explicit, one erratum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v2.4 → v2.5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contaminating sentences removed, 7 duplicate filler sessions merged; −0.31% chars; 542/542 anchors intact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149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6616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reviews (v2.4, v2.5): 5/5 planted errors caught, 0/144 real chains flagged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576 → 560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16 near-tie longest-tenure items removed (margin ≤ 1%)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/ −6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3544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the whole memory in the prompt, same reader: +21.4 (haiku, p = 5e-6) / −6.4 (Sonnet 5, p = 0.035); +42 vs top-10 retrieval on 560 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34: full-read scan of all 144 chains by one model, independent per-chain adjudication by another, surgical deletion under two gates (anchors verbatim, zero residue).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pipeline: fresh Opus 5 agents drive the actual review page item by item; two leaks in the planted-error items fixed before v2.5.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convention (chains record declared starts only) found to be systemic, quantified, and written into the datasheet and the review page instead of patching one chain.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rerun on the v2.5 corpus with a new store (batch 35: 36 chains / 140 q): QVF 90.7 vs direct 49.3 (+41.4); paired against the v2.4 store on the same questions the differences are within noise — cleaning does not move the headline. Human review link for v2.5 is ready.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1 · Dataset cleaning v2.4 → v2.5 (batch 34)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144 chains, same 542 gold anchors; only filler text removed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Scan: every chain read in full (all sessions) under five strict rules → 1,390 verbatim flags (anachronism 1,014 · other 212 · slot-relevant 164).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Adjudicate: 217 flags that could touch a gold chain, judged per chain by an independent model → 49 CONFIRMED · 2 GOLD_ISSUE · 166 BENIGN.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47 sentences (22 whole turns); one deletion skipped because it contained a gold anchor; 7 byte-identical filler sessions merged; 1 emptied session dropped.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 542/542 anchor sentences still verbatim in their sessions; 0 confirmed sentences remain; corpus −0.31% characters.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contamination taxes the structured arms, not the retrieval arm — cleaning enlarges the structural premium (v2.0 +34.0 → v2.4 +41.5).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5448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asserted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same-session echoes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rule-matched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(pool audit)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sentences + 7 dup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v2.0 → 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 kept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for v2.2 / v2.3 / v2.4 are statistically indistinguishable (saturation); v2.5 rerun pending.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at a glance — and what only it tests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 the left; the distinctiveness matrix on the right (attributes verified from full-text reads of each benchmark)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(v2.5)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chains (persona × slot)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144: employer 51 · position 44 · team 38 · residence 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state 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(3–8 per chain, median 3; 25 chains with ≥ 5 states)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 sessions (542 chain + 4,312 filler), 23,696 turns; ≈ 14K tokens per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span 1–90 years (median 10.2); dates 1423–2024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aggregation (change_count 144 · count_before 144 · first_vs_last 144 · longest_tenure 128) + 576 validity probes (current / false premise / point-in-time / trajectory)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chains / 320 q, zero QID overlap (two independent draws)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track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stores of ≈ 104K tokens, 120 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542/542 anchors verbatim (machine); 2 × 149-item machine reviews 0/144 flags; human α 0.45 (0.30 excl. planted)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502920"/>
                <a:gridCol w="73152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KB chain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states / slot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Point-in-time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aggregation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Superseded value = gold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v2.5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StateMemBench 2608.19652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(program)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(drift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(historical Q)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First 2607.21962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(script)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2607.12893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Memora / HorizonBench / DynamicMem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/ 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(old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TimelineQA 2023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(templates)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(no supersession)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/ MemConflict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/ LoCoMo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/ ChronoScope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 / parametric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WikiState has all three of point-in-time questions, chain-aggregation questions, and a superseded value as the gold answer — together these define query-conditioned validity: the same memory is wrong for “now” and right for “2009” or “how many times”. Boundaries stated with it: LLM-rendered dialogue, assistant turns stored truncated, filler anachronisms (1,014, not touching gold), residence under-represented (11 chains), main field reused during development (holdout matches within 0.07 pp).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2 · Review infrastructure and machine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items per review = 144 real chains + 5 planted errors (value swap, date shift, deleted row, fabricated anchor, added row)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2743200"/>
                <a:gridCol w="2834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Planted errors caught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chains flagged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v2.4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v2.5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5/5, each with the exact defect named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 (Wilson 95% upper 2.6%)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reviewer-v25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started; link ready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fresh per batch of 12 items, see only the page, and must check five error classes explicitly; verdicts written to a slot named as a machine reviewer, never into a human slot.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leaks in the planted items fixed: highlights now follow the injected chain; planted ids share the shape of real ids.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agreement on the v2.0 display set (senior2 human · simulated senior1 · Opus-as-author): pairwise agreement 87.4%, all three agree on 13/20 overlap items, Krippendorff α 0.45 (0.30 excluding planted items); dataset error rate estimated 6–7% (upper 17%).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machine review must pass with zero real-chain flags before a human link is handed out; a failed review triggers a fix and a new version.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3 · Conventions made explicit, and one erratum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Tenure convention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record declared starts only; a row stays current until the next declaration. Tenure ends are never stated in the log, so they are not modeled (pre-registered Aug 20).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 flagged one chain for a missing end row. Checked corpus-wide: 105 of 367 transitions (80 chains) have a Wikidata end date more than a year before the next start; 53 of 136 longest-tenure golds would change under real ends.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is favored: on the 57 convention-sensitive questions QVF 87.7 / direct 38.6 vs 90.8 / 28.7 elsewhere. At most 3 of 63 QVF errors could be blamed on it.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 the convention; write it into the datasheet, the generator, and the review page ("a chain is not wrong for lacking an end row").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Near-tie erratum (question set)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Longest-tenure uniqueness only holds at day granularity: 16 of 144 questions have top-two tenures within 1%.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v2.5 pass used a wrong "today" (last date + 400 days): dropped 8, of which 2 were not ties, and missed 10.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to the question's own date: exactly 16 removed → 560 questions. Corpus bytes unchanged.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stated: near-ties are coin flips for the direct reader (55.6% vs 29.4% on clear items), so removal slightly favors the structured arms.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rulings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5029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Weill Cornell Medical Center → Weill Cornell Medicine kept as an employer change (two Wikidata entities).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anachronisms (1,014 flags) documented as known blemish; they do not touch gold chains.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owner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554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938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81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 and can be located in a source sentence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3840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224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4983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5056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367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26280" y="6172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55448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 span, owner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select(cards, slot(q),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owner=self)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dated &amp; locatable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step helps — the ladder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same store, same reader (haiku-4.5), same judge; paired McNemar per rung;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arrives unordered, undated, mixed with other people's states; a weak reader cannot compute on it (perfect gold sentences fed to direct: only 76.7)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517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other people's and off-slot states from the counting pool — 44% of the structural premium is distractor resistance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6118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 its own here (+2.9 on v2.0, +5.7 on the clean subset); it feeds step 3 — without dates nothing can be sorted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5720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questions are the weak reader's blind spot (full text: change_count 29.9); the ledger turns 'count transitions' into reading a table — the other 56%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257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53212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protocol; helps mid-tier readers (haiku +10.9), not stronger ones (gpt-5-mini −3.5, Gemini +0.35 n.s.)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reader is up against — one real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4 of them carry the persona's own position history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82880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 (“our team lead Emily was promoted”).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the reader must infer succession from dates.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direct; every RAG variant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direct, full text (no-filler: direct +22.5, ledger +1.7)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(order shuffle −11.7 on n=60, pending)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step removes one failure source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→ our exclusion evidence → literature that predicts it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  <a:gridCol w="30175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source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evidence (same reader, same judge)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anchor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Write-time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Coverage: every session is read once, so no evidence is left to retrieval luck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built at read time from top-10: 60.2 (85.3 with full coverage, 15.9 with one session missing). Top-50 retrieval covers 99.8% of anchors and still fails 37% → finding is necessary, not sufficient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2606.17328: bottleneck is evidence use, not retrieval · Zep 2501.13956: write-time dated facts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Distractors: other people's and off-slot states enter the 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sessions: direct +22.5, full text +20.0, ledger +1.7 → 44% of the structural premium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 et al., ICML 2023 (2302.00093): irrelevant but similar context degrades accuracy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/ undated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anchors: −5.4 (p = 1e-4); rung alone +0.5 here, +5.7 on the clean subset — it feeds step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Aggregation: sort, merge, count are done by code, not by the 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change_count 29.9 vs ledger 85.4; compile rung +12.7 → the other 56%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PAL, ICML 2023 (2211.10435): let a program do the arithmetic · Faith &amp; Fate, NeurIPS 2023 (2305.18654): chained aggregation fails · Test of Time, ICLR 2025 (2406.09170): ordering/counting over timelines is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Skipping: answering from intuition instead of the whole trajectory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Protocol: haiku +10.9 (p &lt; 1e-6), gpt-5-mini −3.5, Gemini +0.35 n.s.; compression alone gives nothing (summary 52.8 = full text 52.3)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Sprague et al. 2024 (2409.12183): CoT helps mainly symbolic tasks · Lost in the Middle, TACL 2024 (2307.03172): buried evidence is missed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QVF turns “read 14K tokens of chatter and rebuild a timeline in your head” into “read a 4-row dated table”. The reader keeps only the step it is good at. Caveat to run next: a render-matched control (same layout, mechanism off) — Presentation, Not Mechanism (2607.16019) shows layout alone can explain most of a ledger-style gain.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and why that is the same mechanism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140 questions / 36 chains unless noted; ‘full context’ = the whole raw memory in the prompt, plain system prompt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 (3.7K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−6.4, p = 0.035: the reader does the four sub-tasks itself; only the 2.8× cost edge remains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 · 54.2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5, batch 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54.9 (142K tok; n = 82, 18% capped)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 · 73.3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+17.1 vs full context on the same 82 q, p = 0.024 (store CI crosses zero, 9 stores unfinished);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questions (batch 43: haiku-4.5, Sonnet 5, gpt-5-mini, Gemini 3.6 Flash, local qwen3:14b at $0): the ledger beats top-10 retrieval by ≥ 15 pp for every reader; against the whole memory in the prompt it wins for haiku (+23.6) and qwen3:14b (+17.9), ties for Gemini (97.1 vs 97.9, p = 1.0) and loses for gpt-5-mini (85.0 vs 92.1; 4 empty answers at its output cap). Ledger scores span 85–97 across readers, so the earlier ‘reader-insensitive’ reading is withdrawn; the pattern is: the stronger the reader on full context, the smaller the ledger’s edge.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Write-side fixes, step by step: Sonnet-built cards 133/133 gold rows but 92.9 / 92.1 (haiku / Sonnet); slot canonicalisation alone 88.6 / 91.4; adding a rule-based assertion-type filter (drop plans, nominations, one-off tasks, restatements; 203 of 1,639 cards, zero gold rows lost) gives 93.6 / 95.0 — gap to full context now −2.1 (p = 0.51). The last 3 questions are one chain whose extraction missed 28 cards. StateMemBench (2608.19652, §3.2) reports the same pattern: 44.4% of failures under oracle retrieval are stale-state answers.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it is the structure, not a coincidence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tests on the v2.0 archive unless noted; all with the same reader and judge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is not a retrieval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the premium is distractor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question types on full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 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remaining 56% is aggregation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itself contributes nothing; the structure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anchors are load-bearing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when retrieval covers all sessions, 15.9 when one is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'write-time' =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write-side headroom +4.5; residual 55 errors = write 38 · read 13 · gold+judge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 by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+10.9 (p &lt; 1e-6) · gpt-5-mini −3.5 · Gemini 3.6 Flash +0.35 n.s.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 for mid-tier readers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latest question set (v2.5, 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 (slot-relevant cards)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 (dated, locatable)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 (sort, merge, count)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direct: +42.0 pp, chain-cluster bootstrap 95% CI [37.0, 46.9]. Full-text + protocol reaches 86.6 at 4.7× the input tokens and 1.6× the latency; the plain full-text reader stays at 54.5. Owner-gate store −3.0 (p = 0.04 on 576) → gate stays off by default. On the original 576 questions the headline is 89.06 vs 47.57 (+41.5). Partial rerun on the v2.5 corpus with a new store (batch 35, 36 chains / 140 q): direct 49.3 · compile 70.7 · QVF 90.7 (+41.4, CI [30.9, 51.4]); paired vs the v2.4 store on the same 140 questions: −1.4 / −5.0 / −0.7, all n.s.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 vs direct read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same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reads 2.9K tokens where the protocol on full text reads 13.9K (1/4.7) at similar accuracy; on a 104K-session store the ledger degrades slowly (54.2 at 20.9K tokens; slot projection 61.7 at 8.8K) while haiku on full text collapses to 7.5 at 103.8K. Against a cheap reasoning reader (gpt-5-mini full text 65.0) the cost edge shrinks to 1.4–2.6×; the earlier '5×' claim is withdrawn.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question type (560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types are where the direct reader fails and where the ledger pays off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count_before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longest_tenure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first_vs_last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 ledger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first_vs_last is answerable by retrieval alone (direct 79.9); the three counting types need every transition in date order.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certify lift count_before most (+30); compile is what lifts longest_tenure (+40.6); the protocol adds the last +20 on change_count.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+ protocol wins count_before and first_vs_last (91.0 / 99.3) but loses change_count (64.6) at 4.7× tokens: reading everything is not the same as counting correctly.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validity types on the v2.0 archive: current value +8.3, point-in-time +59.0, historical aggregation +34.0 (v2.4 single store +41.5).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checks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gain survive new chains, other readers, and larger stores?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set: 80 chains / 320 q, zero QID overlap (40 added this week, chain-length matched, new seed)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40: QVF 90.6 vs direct 50.6 (+40.0, cluster CI [31.3, 48.1]); pooled 80: +41.56 vs main field +41.49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overfitting to the development chains; full-context haiku 72.5 sits between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gate at write time (cards only for the persona's own states)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corpus −3.0 to −3.5 (p = 0.04); recovers 92% of an −18.4 third-person attack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 flag, default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baselines for the direct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bge-reranker 35.1, TempRALM 23.4 (both below direct 47.6)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is not a weak-retriever artifact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reader: Gemini 3.6 Flash, 14K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95.5 &gt; ledger 92.5; protocol +0.35 n.s.; direct 63.4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wins for weak / mid readers and large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scale: 104K-session store, 30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54.2 @ 20.9K tok · projection 61.7 @ 8.8K · haiku full text 7.5 @ 103.8K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degrades slowly with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versions v2.2 → v2.5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v2.2–v2.4 indistinguishable; v2.5 partial rerun (36 chains, new store) paired vs v2.4 store: direct −1.4 · compile −5.0 · QVF −0.7, all n.s.; the 24 untouched chains drift by the same −2 to −5 (rebuild noise)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has saturated; no v2.5 penalty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of gold chains (v2.4 and v2.5)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flagged, each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error rate upper bound 2.6% per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 (36 / 36b)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bytes: the archived ‘plain full text’ number understated the realistic baseline. The main table's first row must be the plainest full-context call.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the v45 ledger is −6.4 (p = 0.035); with Sonnet-built cards and the assertion-type filter the gap is −2.1 (p = 0.51) at 1/5.4 the input tokens.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pp. The +42 headline is therefore reported next to +21 (weak reader) and −6 / −2 (strong reader), never alone. With the ledger at 140/140 gold rows, reader scores still move 3–4 pp between runs (97.1 / 93.6): single 140-q runs cannot separate 93 from 97 — repeat runs or the full set are needed for such claims.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batches 37 (140 q), 39 (104K-token stores, 120 q), 35c (v2.5 sample, 15 chains / 58 q)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82, budget stop; 18% of calls truncated at the output cap).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of 16 arenas: the ledger wins where the question needs cross-date state-transition reasoning and memories are dated statements (STALE, LME temporal, WikiState's three validity types); it loses on verbatim facts, preferences and wording, assistant-side content, and snapshot corpora. This is the claim's scope, stated in §1 and limitations.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set, same reader and judge; official packages where available (18 run, 2 blocked by Docker)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treat validity as a one-time scalar fixed at write time (Zep / TRACE / MemStrata); QVF treats validity as a function of memory × query and re-derives it at read time. Middle of the table: confidence intervals overlap, no ranking claimed; head and tail are separated.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beats the v45 ledger (97.1 vs 90.7, p = 0.035); Sonnet-built cards plus an assertion-type filter reach 95.0 (−2.1 vs full context, n.s.); the residual is one chain's extraction gap.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the scope is three conditions, not a universal win.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costs accuracy on clean text; the '5× cost' and 'ledger constant' claims are withdrawn.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is fair (α ≈ 0.3–0.45); the v2.5 human review has not started; the 560-q table uses the v2.4-corpus store; the partial v2.5-corpus rerun (36 chains) agrees with it within noise; write-side extraction is nondeterministic (two passes overlap 2–33% of cards) and 140-q reader runs jitter 3–4 pp.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regression (slot_class / owner fields) still patched via a derived store; fix pending.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review of v2.5 on the author-v25 link (149 items, ~1.5–2 min each); compute agreement against the machine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now: render-matched control (layout kept, compile off) and a second-family judge re-judging the main table; finish the 104K full-context arm (38 questions) so the store-level CI closes; then a full v2.5-corpus rerun once the human review settles the corpus.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card builder schema regression and retire the derived store.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§2 ancestors (temporal databases, TAC-KBP), §8 limitations as a three-condition scope, datasheet v2.5 with the tenure convention and errata.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WikiState v2.5 &amp; QVF — weekly progress</dc:title>
  <dc:subject>PptxGenJS Presentation</dc:subject>
  <dc:creator>Jeremy Zhong</dc:creator>
  <cp:lastModifiedBy>Jeremy Zhong</cp:lastModifiedBy>
  <cp:revision>1</cp:revision>
  <dcterms:created xsi:type="dcterms:W3CDTF">2026-09-04T02:16:19Z</dcterms:created>
  <dcterms:modified xsi:type="dcterms:W3CDTF">2026-09-04T02:16:19Z</dcterms:modified>
</cp:coreProperties>
</file>