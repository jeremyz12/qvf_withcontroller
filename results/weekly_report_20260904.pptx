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decisive missing cell (~$30)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3434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40 new chains / 160 q, zero QID overlap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95.0 vs direct 51.9 (+43.1)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ledger −6.4 (p = 0.035); only the 2.8× cost edge survives.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(strong reader), never alone.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6400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full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(p = 2e-4); full text is unusable.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two missing cells: 104K store with a strong reader (~$30) and a render-matched control (same layout, mechanism off);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2026-09-03T15:42:24Z</dcterms:created>
  <dcterms:modified xsi:type="dcterms:W3CDTF">2026-09-03T15:42:24Z</dcterms:modified>
</cp:coreProperties>
</file>