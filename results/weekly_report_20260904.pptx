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decisive missing cell (~$30)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34340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reader-insensitive (haiku 91.4 → Sonnet 90.7, p = 1.0) while every other arm gains 18–27 pp from the stronger reader: its ceiling is set by card content, not by reading.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upgrade: a Sonnet-built store reaches 133/133 gold rows but only 92.9 / 92.1; on the 29 chains without slot-name fragmentation it ties full context (97.4 vs 98.2, p = 1.0). Residual errors sit in multi-value political-position chains. StateMemBench (2608.19652, §3.2) reports the same pattern: 44.4% of failures under oracle retrieval are stale-state answers.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40 new chains / 160 q, zero QID overlap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95.0 vs direct 51.9 (+43.1)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ledger −6.4 (p = 0.035); only the 2.8× cost edge survives.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(strong reader), never alone.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6400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full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(p = 2e-4); full text is unusable.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ledger (97.1 vs 90.7, p = 0.035); a Sonnet-built store closes the fidelity gap (133/133 rows) but not the score (92.1) — residual errors sit in multi-value position chains.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two missing cells: 104K store with a strong reader (~$30) and a render-matched control (same layout, mechanism off);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2026-09-03T14:55:47Z</dcterms:created>
  <dcterms:modified xsi:type="dcterms:W3CDTF">2026-09-03T14:55:47Z</dcterms:modified>
</cp:coreProperties>
</file>