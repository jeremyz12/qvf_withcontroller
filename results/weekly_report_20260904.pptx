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 read (top-10 retrieval)</c:v>
                  </c:pt>
                  <c:pt idx="1">
                    <c:v>1 Select (slot-relevant cards)</c:v>
                  </c:pt>
                  <c:pt idx="2">
                    <c:v>2 Certify (dated, locatable)</c:v>
                  </c:pt>
                  <c:pt idx="3">
                    <c:v>3 Compile (sort, merge, count)</c:v>
                  </c:pt>
                  <c:pt idx="4">
                    <c:v>4 Ledger + protocol (QVF)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47.32</c:v>
                </c:pt>
                <c:pt idx="1">
                  <c:v>66.25</c:v>
                </c:pt>
                <c:pt idx="2">
                  <c:v>66.79</c:v>
                </c:pt>
                <c:pt idx="3">
                  <c:v>79.46</c:v>
                </c:pt>
                <c:pt idx="4">
                  <c:v>89.29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Input tokens per question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 tokens per question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878</c:v>
                </c:pt>
                <c:pt idx="1">
                  <c:v>2268</c:v>
                </c:pt>
                <c:pt idx="2">
                  <c:v>2937</c:v>
                </c:pt>
                <c:pt idx="3">
                  <c:v>13921</c:v>
                </c:pt>
                <c:pt idx="4">
                  <c:v>13672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Median latency per question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 (s)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1.55</c:v>
                </c:pt>
                <c:pt idx="1">
                  <c:v>5.28</c:v>
                </c:pt>
                <c:pt idx="2">
                  <c:v>4.84</c:v>
                </c:pt>
                <c:pt idx="3">
                  <c:v>7.84</c:v>
                </c:pt>
                <c:pt idx="4">
                  <c:v>5.46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 v2.5 &amp; QVF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63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progress report · Aug 28 – Sep 4, 2026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cleaning v2.4 → v2.5  ·  why each QVF step helps  ·  full results on the latest question set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Jeremy Zhong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5361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 this week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18653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 → v2.5, review infrastructure, conventions &amp; errata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4505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QVF: why each step helps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7797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read-time steps, what each one removes, exclusion tests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33649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results on the latest question set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36941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· tokens · cost · latency, per question type, robustness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2793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46085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on other benchmarks; other systems on WikiState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2120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51937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&amp; next steps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corpus release, two machine reviews, one convention made explicit, one erratum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v2.4 → v2.5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contaminating sentences removed, 7 duplicate filler sessions merged; −0.31% chars; 542/542 anchors intact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× 149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56616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reviews (v2.4, v2.5): 5/5 planted errors caught, 0/144 real chains flagged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576 → 560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40080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questions: 16 near-tie longest-tenure items removed (margin ≤ 1%)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5256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+21 / −6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23544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ledger vs the whole memory in the prompt, same reader: +21.4 (haiku, p = 5e-6) / −6.4 (Sonnet 5, p = 0.035); +42 vs top-10 retrieval on 560 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657600"/>
            <a:ext cx="11064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34: full-read scan of all 144 chains by one model, independent per-chain adjudication by another, surgical deletion under two gates (anchors verbatim, zero residue).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pipeline: fresh Opus 5 agents drive the actual review page item by item; two leaks in the planted-error items fixed before v2.5.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convention (chains record declared starts only) found to be systemic, quantified, and written into the datasheet and the review page instead of patching one chain.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rerun on the v2.5 corpus with a new store (batch 35: 36 chains / 140 q): QVF 90.7 vs direct 49.3 (+41.4); paired against the v2.4 store on the same questions the differences are within noise — cleaning does not move the headline. Human review link for v2.5 is ready.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1 · Dataset cleaning v2.4 → v2.5 (batch 34)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144 chains, same 542 gold anchors; only filler text removed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5836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Scan: every chain read in full (all sessions) under five strict rules → 1,390 verbatim flags (anachronism 1,014 · other 212 · slot-relevant 164).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Adjudicate: 217 flags that could touch a gold chain, judged per chain by an independent model → 49 CONFIRMED · 2 GOLD_ISSUE · 166 BENIGN.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Delete: 47 sentences (22 whole turns); one deletion skipped because it contained a gold anchor; 7 byte-identical filler sessions merged; 1 emptied session dropped.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Gates: 542/542 anchor sentences still verbatim in their sessions; 0 confirmed sentences remain; corpus −0.31% characters.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contamination taxes the structured arms, not the retrieval arm — cleaning enlarges the structural premium (v2.0 +34.0 → v2.4 +41.5).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554480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82296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 asserted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same-session echoes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rule-matched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(pool audit)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sentences + 7 dup sessions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v2.0 → v2.5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chains kept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−0.72%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06640" y="41148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for v2.2 / v2.3 / v2.4 are statistically indistinguishable (saturation); v2.5 rerun pending.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2 · Review infrastructure and machine review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items per review = 144 real chains + 5 planted errors (value swap, date shift, deleted row, fabricated anchor, added row)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2743200"/>
                <a:gridCol w="28346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Planted errors caught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chains flagged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 agents on v2.4 (Sep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149/149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 agents on v2.5 (Sep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149/149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5/5, each with the exact defect named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0/144 (Wilson 95% upper 2.6%)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reviewer-v25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started; link ready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2918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fresh per batch of 12 items, see only the page, and must check five error classes explicitly; verdicts written to a slot named as a machine reviewer, never into a human slot.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leaks in the planted items fixed: highlights now follow the injected chain; planted ids share the shape of real ids.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agreement on the v2.0 display set (senior2 human · simulated senior1 · Opus-as-author): pairwise agreement 87.4%, all three agree on 13/20 overlap items, Krippendorff α 0.45 (0.30 excluding planted items); dataset error rate estimated 6–7% (upper 17%).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adopted: machine review must pass with zero real-chain flags before a human link is handed out; a failed review triggers a fix and a new version.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3 · Conventions made explicit, and one erratum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Tenure convention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5778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record declared starts only; a row stays current until the next declaration. Tenure ends are never stated in the log, so they are not modeled (pre-registered Aug 20).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Adjudication flagged one chain for a missing end row. Checked corpus-wide: 105 of 367 transitions (80 chains) have a Wikidata end date more than a year before the next start; 53 of 136 longest-tenure golds would change under real ends.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arm is favored: on the 57 convention-sensitive questions QVF 87.7 / direct 38.6 vs 90.8 / 28.7 elsewhere. At most 3 of 63 QVF errors could be blamed on it.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keep the convention; write it into the datasheet, the generator, and the review page ("a chain is not wrong for lacking an end row").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Near-tie erratum (question set)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Longest-tenure uniqueness only holds at day granularity: 16 of 144 questions have top-two tenures within 1%.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v2.5 pass used a wrong "today" (last date + 400 days): dropped 8, of which 2 were not ties, and missed 10.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to the question's own date: exactly 16 removed → 560 questions. Corpus bytes unchanged.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is stated: near-ties are coin flips for the direct reader (55.6% vs 29.4% on clear items), so removal slightly favors the structured arms.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0" y="4617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 rulings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502920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Weill Cornell Medical Center → Weill Cornell Medicine kept as an employer change (two Wikidata entities).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Filler anachronisms (1,014 flags) documented as known blemish; they do not touch gold chains.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in one picture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Write-time state cards, read-time dated ledger; validity is a function of (memory × query), re-derived per question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108960" cy="4480560"/>
          </a:xfrm>
          <a:prstGeom prst="roundRect">
            <a:avLst>
              <a:gd name="adj" fmla="val 235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TIME (once per session)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2743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state cards from each session, in date order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= slot · value · stated date · verbatim source span · owner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adjudication, no merging — record only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complete by construction (every session is read once)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794760" y="3474720"/>
            <a:ext cx="548640" cy="54864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554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627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Select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1938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of the queried slot that belong to the persona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26280" y="2697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770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Certify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3081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that carry a date and can be located in a source sentence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26280" y="3840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Compile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224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date, merge adjacent equal values, count transitions with an executor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26280" y="4983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5056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Ledger + protocol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5367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dated ledger; reader first lists the state trajectory, then answers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26280" y="6172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TIME (per question)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0" y="1554480"/>
            <a:ext cx="3063240" cy="448056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sessions by date: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cards += extract(s)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slot, value, date, span, owner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READ(q, cards):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  = select(cards, slot(q),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owner=self)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  = certify(pool)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dated &amp; locatable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ledger = compile(sort_by_date(pool))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reader(PROTOCOL,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render(ledger), q)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each step helps — the ladder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corpus, same store, same reader (haiku-4.5), same judge; paired McNemar per rung; 560 questions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5836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47.3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406640" y="169164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arrives unordered, undated, mixed with other people's states; a weak reader cannot compute on it (perfect gold sentences fed to direct: only 76.7)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+18.9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65176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other people's and off-slot states from the counting pool — 44% of the structural premium is distractor resistance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Certify +0.5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06640" y="36118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on its own here (+2.9 on v2.0, +5.7 on the clean subset); it feeds step 3 — without dates nothing can be sorted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4297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+12.7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406640" y="457200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questions are the weak reader's blind spot (full text: change_count 29.9); the ledger turns 'count transitions' into reading a table — the other 56%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06640" y="5257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+ protocol +9.8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06640" y="553212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trajectory-first protocol; helps mid-tier readers (haiku +10.9), not stronger ones (gpt-5-mini −3.5, Gemini +0.35 n.s.)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reader is up against — one real chain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wikiP39042: 34 dated sessions, ~170 user turns; 4 of them carry the persona's own position history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2743200"/>
          </a:xfrm>
          <a:prstGeom prst="roundRect">
            <a:avLst>
              <a:gd name="adj" fmla="val 2667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sentences that matter (verbatim anchors)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46th Parliament of the United Kingdom”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47th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be taking my seat as a member of the 51st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of today I'm officially a member of the House of Lords”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“(Today is 1998-04-01.) How many times did I change my position?”  →  gold 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~166 turns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82880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talk: sneakers, a festival, a flat search, tea — plus states of OTHER people in the same slot (“our team lead Emily was promoted”).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live on session headers, not in the sentences (“as of today”, “the count went our way”).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says “this supersedes that”; the reader must infer succession from dates.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3891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answer correctly the reader must do four things at once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goes wrong for a small reader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arm still fails 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all four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covers 86.7% of anchors on 14K stores, 38.8% on 104K stores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direct; every RAG variant at scale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other people's states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same-slot distractors get counted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direct, full text (no-filler: direct +22.5, ledger +1.7)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by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 are on headers; narrative order ≠ time order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(order shuffle −11.7 on n=60, pending)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transitions (merge equal neighbours)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readers cannot count over a timeline (full text change_count 29.9)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except compile / ledger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step removes one failure source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→ our exclusion evidence → literature that predicts it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023360"/>
                <a:gridCol w="301752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source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evidence (same reader, same judge)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anchor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Write-time cards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Coverage: every session is read once, so no evidence is left to retrieval luck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built at read time from top-10: 60.2 (85.3 with full coverage, 15.9 with one session missing). Top-50 retrieval covers 99.8% of anchors and still fails 37% → finding is necessary, not sufficient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MemTrace 2606.17328: bottleneck is evidence use, not retrieval · Zep 2501.13956: write-time dated facts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Distractors: other people's and off-slot states enter the count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sessions: direct +22.5, full text +20.0, ledger +1.7 → 44% of the structural premium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 et al., ICML 2023 (2302.00093): irrelevant but similar context degrades accuracy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Unverifiable / undated cards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anchors: −5.4 (p = 1e-4); rung alone +0.5 here, +5.7 on the clean subset — it feeds step 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Aggregation: sort, merge, count are done by code, not by the LM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change_count 29.9 vs ledger 85.4; compile rung +12.7 → the other 56%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PAL, ICML 2023 (2211.10435): let a program do the arithmetic · Faith &amp; Fate, NeurIPS 2023 (2305.18654): chained aggregation fails · Test of Time, ICLR 2025 (2406.09170): ordering/counting over timelines is weak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Skipping: answering from intuition instead of the whole trajectory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Protocol: haiku +10.9 (p &lt; 1e-6), gpt-5-mini −3.5, Gemini +0.35 n.s.; compression alone gives nothing (summary 52.8 = full text 52.3)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Sprague et al. 2024 (2409.12183): CoT helps mainly symbolic tasks · Lost in the Middle, TACL 2024 (2307.03172): buried evidence is missed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15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sentence: QVF turns “read 14K tokens of chatter and rebuild a timeline in your head” into “read a 4-row dated table”. The reader keeps only the step it is good at. Caveat to run next: a render-matched control (same layout, mechanism off) — Presentation, Not Mechanism (2607.16019) shows layout alone can explain most of a ledger-style gain.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does not help — and why that is the same mechanism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140 questions / 36 chains unless noted; ‘full context’ = the whole raw memory in the prompt, plain system prompt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1828800"/>
                <a:gridCol w="2194560"/>
                <a:gridCol w="25603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context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retrieval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weak reader (haiku-4.5)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(13.6K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 (top-50)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 (2.8K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+21.4 vs full context, p = 5e-6; 1/2.8 the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strong reader (Sonnet 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(18.5K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 (top-10)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 (3.7K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−6.4, p = 0.035: the reader does the four sub-tasks itself; only the 2.8× cost edge remains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weak reader (30 stores / 120 q)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(103.8K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(top-100, 8.9K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projection (8.8K) · 54.2 full ledger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+23.3 vs budget-matched top-100, p = 2e-4; retrieval collapses first (top-10 reaches 38.8% of anchors)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strong reader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run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run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run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decisive missing cell (~$30)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34340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is reader-insensitive (haiku 91.4 → Sonnet 90.7, p = 1.0) while every other arm gains 18–27 pp from the stronger reader: its ceiling is set by card content, not by reading.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Write-side fixes, step by step: Sonnet-built cards 133/133 gold rows but 92.9 / 92.1 (haiku / Sonnet); slot canonicalisation alone 88.6 / 91.4; adding a rule-based assertion-type filter (drop plans, nominations, one-off tasks, restatements; 203 of 1,639 cards, zero gold rows lost) gives 93.6 / 95.0 — gap to full context now −2.1 (p = 0.51). The last 3 questions are one chain whose extraction missed 28 cards. StateMemBench (2608.19652, §3.2) reports the same pattern: 44.4% of failures under oracle retrieval are stale-state answers.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Claim, restated: the ledger is necessary when the reader is not frontier-class, or the store exceeds the context window, or cost is bound — any one of the three. Otherwise it is a cheaper, auditable layer, not a more accurate one.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 evidence: it is the structure, not a coincidence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 tests on the v2.0 archive unless noted; all with the same reader and judge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023360"/>
                <a:gridCol w="3474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gold-sentence evidence fed to the direct reader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 vs ledger 82.6 (p = 8e-11)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is not a retrieval 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+22.5, full text +20.0, ledger +1.7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 of the premium is distractor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Counting question types on full 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change_count 29.9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remaining 56% is aggregation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 at equal token 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 = full text 52.3 (p = 0.89); summary → bare ledger +22.6 (p = 2e-21)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compression itself contributes nothing; the structure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 vs 82.6, −5.4 (p = 1e-4)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anchors are load-bearing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ledger at read time from the top-10 sessions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60.2; 85.3 when retrieval covers all sessions, 15.9 when one is 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'write-time' = 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cards / oracle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94.97 / 76.74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write-side headroom +4.5; residual 55 errors = write 38 · read 13 · gold+judge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 by reader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+10.9 (p &lt; 1e-6) · gpt-5-mini −3.5 · Gemini 3.6 Flash +0.35 n.s.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scaffold for mid-tier readers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on the latest question set (v2.5, 560 q)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v2.4, single store v45 (derived store v45k for the middle rungs), reader haiku-4.5, judge Opus 5; $ at haiku list price $1/M in, $5/M out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280160"/>
                <a:gridCol w="1371600"/>
                <a:gridCol w="1371600"/>
                <a:gridCol w="12801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vs direct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tok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 retrieval)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$0.00131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 (slot-relevant cards)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 (dated, locatable)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 (sort, merge, count)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5.28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 (QVF)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QVF, owner-gate store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$0.01619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text, plain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ledger vs direct: +42.0 pp, chain-cluster bootstrap 95% CI [37.0, 46.9]. Full-text + protocol reaches 86.6 at 4.7× the input tokens and 1.6× the latency; the plain full-text reader stays at 54.5. Owner-gate store −3.0 (p = 0.04 on 576) → gate stays off by default. On the original 576 questions the headline is 89.06 vs 47.57 (+41.5). Partial rerun on the v2.5 corpus with a new store (batch 35, 36 chains / 140 q): direct 49.3 · compile 70.7 · QVF 90.7 (+41.4, CI [30.9, 51.4]); paired vs the v2.4 store on the same 140 questions: −1.4 / −5.0 / −0.7, all n.s.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 vs direct read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axis per chart; same 560 questions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reads 2.9K tokens where the protocol on full text reads 13.9K (1/4.7) at similar accuracy; on a 104K-session store the ledger degrades slowly (54.2 at 20.9K tokens; slot projection 61.7 at 8.8K) while haiku on full text collapses to 7.5 at 103.8K. Against a cheap reasoning reader (gpt-5-mini full text 65.0) the cost edge shrinks to 1.4–2.6×; the earlier '5×' claim is withdrawn.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question type (560 q)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types are where the direct reader fails and where the ledger pays off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change_count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count_before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longest_tenure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first_vs_last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QVF ledger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75488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first_vs_last is answerable by retrieval alone (direct 79.9); the three counting types need every transition in date order.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and certify lift count_before most (+30); compile is what lifts longest_tenure (+40.6); the protocol adds the last +20 on change_count.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 + protocol wins count_before and first_vs_last (91.0 / 99.3) but loses change_count (64.6) at 4.7× tokens: reading everything is not the same as counting correctly.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validity types on the v2.0 archive: current value +8.3, point-in-time +59.0, historical aggregation +34.0 (v2.4 single store +41.5).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Robustness checks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gain survive new chains, other readers, and larger stores?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  <a:gridCol w="33832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 set: 40 new chains / 160 q, zero QID overlap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95.0 vs direct 51.9 (+43.1)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overfitting to the development chains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gate at write time (cards only for the persona's own states)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corpus −3.0 to −3.5 (p = 0.04); recovers 92% of an −18.4 third-person attack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hardening flag, default 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Stronger baselines for the direct arm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bge-reranker 35.1, TempRALM 23.4 (both below direct 47.6)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gap is not a weak-retriever artifact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Stronger reader: Gemini 3.6 Flash, 14K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95.5 &gt; ledger 92.5; protocol +0.35 n.s.; direct 63.4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 wins for weak / mid readers and large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scale: 104K-session store, 30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54.2 @ 20.9K tok · projection 61.7 @ 8.8K · haiku full text 7.5 @ 103.8K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degrades slowly with size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versions v2.2 → v2.5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v2.2–v2.4 indistinguishable; v2.5 partial rerun (36 chains, new store) paired vs v2.4 store: direct −1.4 · compile −5.0 · QVF −0.7, all n.s.; the 24 untouched chains drift by the same −2 to −5 (rebuild noise)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cleaning has saturated; no v2.5 penalty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review of gold chains (v2.4 and v2.5)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 planted errors caught, 0/144 real chains flagged, each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error rate upper bound 2.6% per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baseline: whole memory in the prompt (36 / 36b)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chains, corpus v2.4; plain system prompt; judge Opus 5; $ at list prices (haiku $1/$5, Sonnet 5 $2/$10 per M)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097280"/>
                <a:gridCol w="3291840"/>
                <a:gridCol w="173736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haiku-4.5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 (haiku / Sonnet)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 (Sonnet)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prompt, plain 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(max_tokens 4000; 87.9 at 800 because thinking shares the cap)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plain full text (other user-prompt wording, same bytes)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18.6K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trajectory protocol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(direct)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0.9K / 1.1K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(store v45)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 / 3.7K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cards (v47s)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+ assertion-type filter (v47skf)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2.5K / 3.4K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wording alone moves a full-context baseline by +11–12 pp on identical bytes: the archived ‘plain full text’ number understated the realistic baseline. The main table's first row must be the plainest full-context call.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weak reader: ledger +21.4 over full context (p = 5e-6) at 1/2.8 the input tokens. Same strong reader: the v45 ledger is −6.4 (p = 0.035); with Sonnet-built cards and the assertion-type filter the gap is −2.1 (p = 0.51) at 1/5.4 the input tokens.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top-10 retrieval as the only baseline inflates any memory mechanism by 19–37 pp. The +42 headline is therefore reported next to +21 (weak reader) and −6 (strong reader), never alone.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retrieval strategies, scale, and 15 competing systems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haiku-4.5 reader, same judge; batches 37 (140 q), 39 (104K-token stores, 120 q), 35c (v2.5 sample, 15 chains / 58 q)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749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store: retrieval variant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 cov.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rerank 30→10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/ as-of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top-5 / hybrid RRF / MMR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/ 41.4 / 40.7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/ 78 / 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rewrite / recency prior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 / 10.7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/ 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417320"/>
          <a:ext cx="32918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6400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store: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slot projection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 / rerank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29.2 / 26.7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4.5K / 1K+2.9K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full 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103.8K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1417320"/>
          <a:ext cx="3657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sample: 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(v2.5 store / v2.4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 / 89.7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compile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 (haiku)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baseline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HippoRAG 2 / txtai / cognee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46.6 / 46.5 / 44.8 / 44.8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Letta-FS agent (30K tok/q) / A-MEM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43.1 / 39.7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 / summary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 / 36.2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LangMem / TRACE / MemOS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/ 31.0 / 31.0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stamped ledger / obs-RAG / BM25 / Mem0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 / 13.8 / 12.1 / 10.3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548640" y="47548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14K: recall is not the bottleneck — top-50 reaches 99.8% of gold anchors and still fails 37%; the best variant is 28.6 pp below the ledger (p = 5e-10). LLM rerank costs more per question than the ledger and is 30.7 pp worse.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104K: retrieval collapses first (top-10 sees 38.8% of anchors); at equal token budget the projection beats top-100 by 23.3 pp (p = 2e-4); full text is unusable.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(each independently re-scored and diffed for protocol parity): every system scores below the plain full-context call on the same 58 questions; middle-of-table CIs overlap, no ranking claimed there.</a:t>
            </a:r>
            <a:endParaRPr lang="en-US" sz="1100" dirty="0"/>
          </a:p>
        </p:txBody>
      </p:sp>
      <p:sp>
        <p:nvSpPr>
          <p:cNvPr id="8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1 · QVF on other benchmarks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haiku-4.5; direct = OpenAI embedding top-10; ledger arm vs direct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329184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vs direct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(120, fresh)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supersession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vs 46.7, +15.0 (p = 0.008, 3 judges agree)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temporal reasoning (133)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 vs 47.4, +12.8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knowledge update (78)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vs 78.2, +2.6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multi-session (132)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 vs 61.4, −2.3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(powered null)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single-user (68) / single-assistant (45)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facts / assistant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 vs 97.1, −25.0 · 0 vs 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schema extracts user entities 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preference (28)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 vs 71.4, −28.6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(300)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yearly snapshots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82.3 vs 86.7, −4.3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builder dates by narrated year)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AMemGym (600) / PersonaMem v2 (600)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wording options / retractions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 to −4.7 · −7.2 (who = others +14.0)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MemConflict / MemOps / ElephantBench-OB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 / ops / multi-ledger retention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· +4.2 n.s. · 98.3 (= full text 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of 16 arenas: the ledger wins where the question needs cross-date state-transition reasoning and memories are dated statements (STALE, LME temporal, WikiState's three validity types); it loses on verbatim facts, preferences and wording, assistant-side content, and snapshot corpora. This is the claim's scope, stated in §1 and limitations.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2 · Other memory systems on WikiState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60-question v1 calibration set, same reader and judge; official packages where available (18 run, 2 blocked by Docker)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19456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/ compile / select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 / 83.3 / 70.0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tiers of this 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(self-built timeline baseline)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non-QVF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Letta-style file-system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$0.021 per question, 21×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HippoRAG 2 (ICML 2025, official)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chain-state recall@10 0.915 — retrieval wins, adjudication loses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txtai / direct read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 / 53.3 / 51.7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RAG / cognee / MemOS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 / 46.7 / 45.0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MemOS expands 4.1 nodes per session instead of consolidating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A-MEM / LangMem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/ 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 (LoCoMo config / factory)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 / 16.7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supersession edges by default; full 576 q: 16.0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/ BM25 / Graphiti / LightRAG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/ 13.3 / 3.3 / 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Mem0 131 s per question to 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failure mode: retrieval wins, adjudication loses. Competitors treat validity as a one-time scalar fixed at write time (Zep / TRACE / MemStrata); QVF treats validity as a function of memory × query and re-derives it at read time. Middle of the table: confidence intervals overlap, no ranking claimed; head and tail are separated.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and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Boundaries (said up front)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is three conditions (non-frontier reader, or store beyond the context window, or cost-bound). With a strong reader on a 14K store the whole memory in the prompt beats the v45 ledger (97.1 vs 90.7, p = 0.035); Sonnet-built cards plus an assertion-type filter reach 95.0 (−2.1 vs full context, n.s.); the residual is one chain's extraction gap.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arenas: 2 positive, several ties, several negative; the scope is three conditions, not a universal win.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gate costs accuracy on clean text; the '5× cost' and 'ledger constant' claims are withdrawn.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agreement is fair (α ≈ 0.3–0.45); the v2.5 human review has not started; the 560-q table uses the v2.4-corpus store; the partial v2.5-corpus rerun (36 chains) agrees with it within noise.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builder regression (slot_class / owner fields) still patched via a derived store; fix pending.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review of v2.5 on the author-v25 link (149 items, ~1.5–2 min each); compute agreement against the machine review.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two missing cells: 104K store with a strong reader (~$30) and a render-matched control (same layout, mechanism off); then a full v2.5-corpus rerun once the human review settles the corpus.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card builder schema regression and retire the derived store.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§2 ancestors (temporal databases, TAC-KBP), §8 limitations as a three-condition scope, datasheet v2.5 with the tenure convention and errata.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WikiState v2.5 &amp; QVF — weekly progress</dc:title>
  <dc:subject>PptxGenJS Presentation</dc:subject>
  <dc:creator>Jeremy Zhong</dc:creator>
  <cp:lastModifiedBy>Jeremy Zhong</cp:lastModifiedBy>
  <cp:revision>1</cp:revision>
  <dcterms:created xsi:type="dcterms:W3CDTF">2026-09-03T15:43:07Z</dcterms:created>
  <dcterms:modified xsi:type="dcterms:W3CDTF">2026-09-03T15:43:07Z</dcterms:modified>
</cp:coreProperties>
</file>